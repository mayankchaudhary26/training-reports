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ms-powerpoint.changesinfo+xml" PartName="/ppt/changesInfos/changesInfo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74" r:id="rId3"/>
    <p:sldId id="258" r:id="rId4"/>
    <p:sldId id="257" r:id="rId5"/>
    <p:sldId id="261" r:id="rId6"/>
    <p:sldId id="259" r:id="rId7"/>
    <p:sldId id="260" r:id="rId8"/>
    <p:sldId id="262" r:id="rId9"/>
    <p:sldId id="263" r:id="rId10"/>
    <p:sldId id="266" r:id="rId11"/>
    <p:sldId id="265" r:id="rId12"/>
    <p:sldId id="264" r:id="rId13"/>
    <p:sldId id="273" r:id="rId14"/>
    <p:sldId id="269" r:id="rId15"/>
    <p:sldId id="270" r:id="rId16"/>
    <p:sldId id="26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chaudhary" userId="f6854e18054fecb7" providerId="LiveId" clId="{6A7C3B25-86EB-400E-AACB-2EA9EA90A3F3}"/>
    <pc:docChg chg="undo custSel addSld delSld modSld sldOrd">
      <pc:chgData name="mayank chaudhary" userId="f6854e18054fecb7" providerId="LiveId" clId="{6A7C3B25-86EB-400E-AACB-2EA9EA90A3F3}" dt="2020-11-09T09:29:29.226" v="1378" actId="47"/>
      <pc:docMkLst>
        <pc:docMk/>
      </pc:docMkLst>
      <pc:sldChg chg="modSp mod">
        <pc:chgData name="mayank chaudhary" userId="f6854e18054fecb7" providerId="LiveId" clId="{6A7C3B25-86EB-400E-AACB-2EA9EA90A3F3}" dt="2020-11-09T08:30:53.409" v="1327" actId="1076"/>
        <pc:sldMkLst>
          <pc:docMk/>
          <pc:sldMk cId="3176667153" sldId="256"/>
        </pc:sldMkLst>
        <pc:spChg chg="mod">
          <ac:chgData name="mayank chaudhary" userId="f6854e18054fecb7" providerId="LiveId" clId="{6A7C3B25-86EB-400E-AACB-2EA9EA90A3F3}" dt="2020-11-09T08:30:53.409" v="1327" actId="1076"/>
          <ac:spMkLst>
            <pc:docMk/>
            <pc:sldMk cId="3176667153" sldId="256"/>
            <ac:spMk id="2" creationId="{B51F17A8-1F1E-4D91-A87E-6FFC33D13AAB}"/>
          </ac:spMkLst>
        </pc:spChg>
      </pc:sldChg>
      <pc:sldChg chg="addSp modSp mod ord">
        <pc:chgData name="mayank chaudhary" userId="f6854e18054fecb7" providerId="LiveId" clId="{6A7C3B25-86EB-400E-AACB-2EA9EA90A3F3}" dt="2020-11-09T08:25:48.739" v="1288"/>
        <pc:sldMkLst>
          <pc:docMk/>
          <pc:sldMk cId="3322012781" sldId="257"/>
        </pc:sldMkLst>
        <pc:spChg chg="mod">
          <ac:chgData name="mayank chaudhary" userId="f6854e18054fecb7" providerId="LiveId" clId="{6A7C3B25-86EB-400E-AACB-2EA9EA90A3F3}" dt="2020-11-08T09:20:28.489" v="184" actId="113"/>
          <ac:spMkLst>
            <pc:docMk/>
            <pc:sldMk cId="3322012781" sldId="257"/>
            <ac:spMk id="3" creationId="{87279519-FDD4-4F26-B3E9-F9155559ADA3}"/>
          </ac:spMkLst>
        </pc:spChg>
        <pc:spChg chg="add mod">
          <ac:chgData name="mayank chaudhary" userId="f6854e18054fecb7" providerId="LiveId" clId="{6A7C3B25-86EB-400E-AACB-2EA9EA90A3F3}" dt="2020-11-08T15:20:02.463" v="396" actId="1076"/>
          <ac:spMkLst>
            <pc:docMk/>
            <pc:sldMk cId="3322012781" sldId="257"/>
            <ac:spMk id="10" creationId="{94AFE1A2-AB55-4899-AB83-A892F8283B00}"/>
          </ac:spMkLst>
        </pc:spChg>
        <pc:cxnChg chg="mod">
          <ac:chgData name="mayank chaudhary" userId="f6854e18054fecb7" providerId="LiveId" clId="{6A7C3B25-86EB-400E-AACB-2EA9EA90A3F3}" dt="2020-11-08T09:20:34.160" v="185" actId="14100"/>
          <ac:cxnSpMkLst>
            <pc:docMk/>
            <pc:sldMk cId="3322012781" sldId="257"/>
            <ac:cxnSpMk id="13" creationId="{820A7455-C4BD-477B-B70A-9CF4FB6E8F1E}"/>
          </ac:cxnSpMkLst>
        </pc:cxnChg>
        <pc:cxnChg chg="mod">
          <ac:chgData name="mayank chaudhary" userId="f6854e18054fecb7" providerId="LiveId" clId="{6A7C3B25-86EB-400E-AACB-2EA9EA90A3F3}" dt="2020-11-08T09:20:38.504" v="186" actId="14100"/>
          <ac:cxnSpMkLst>
            <pc:docMk/>
            <pc:sldMk cId="3322012781" sldId="257"/>
            <ac:cxnSpMk id="15" creationId="{0D529887-6BD1-45C6-8231-95C3CD19A032}"/>
          </ac:cxnSpMkLst>
        </pc:cxnChg>
      </pc:sldChg>
      <pc:sldChg chg="addSp modSp mod ord">
        <pc:chgData name="mayank chaudhary" userId="f6854e18054fecb7" providerId="LiveId" clId="{6A7C3B25-86EB-400E-AACB-2EA9EA90A3F3}" dt="2020-11-09T09:20:13.387" v="1377" actId="115"/>
        <pc:sldMkLst>
          <pc:docMk/>
          <pc:sldMk cId="1379154527" sldId="258"/>
        </pc:sldMkLst>
        <pc:spChg chg="add mod">
          <ac:chgData name="mayank chaudhary" userId="f6854e18054fecb7" providerId="LiveId" clId="{6A7C3B25-86EB-400E-AACB-2EA9EA90A3F3}" dt="2020-11-09T09:20:07.841" v="1374" actId="1076"/>
          <ac:spMkLst>
            <pc:docMk/>
            <pc:sldMk cId="1379154527" sldId="258"/>
            <ac:spMk id="2" creationId="{48CE3B74-B8B5-42FD-A3CE-9EAC562F020D}"/>
          </ac:spMkLst>
        </pc:spChg>
        <pc:spChg chg="mod">
          <ac:chgData name="mayank chaudhary" userId="f6854e18054fecb7" providerId="LiveId" clId="{6A7C3B25-86EB-400E-AACB-2EA9EA90A3F3}" dt="2020-11-09T09:20:13.387" v="1377" actId="115"/>
          <ac:spMkLst>
            <pc:docMk/>
            <pc:sldMk cId="1379154527" sldId="258"/>
            <ac:spMk id="6" creationId="{A837B500-F48B-4C87-8D84-D1F93DF2C13A}"/>
          </ac:spMkLst>
        </pc:spChg>
      </pc:sldChg>
      <pc:sldChg chg="addSp delSp modSp mod ord">
        <pc:chgData name="mayank chaudhary" userId="f6854e18054fecb7" providerId="LiveId" clId="{6A7C3B25-86EB-400E-AACB-2EA9EA90A3F3}" dt="2020-11-08T18:27:56.808" v="1247" actId="1076"/>
        <pc:sldMkLst>
          <pc:docMk/>
          <pc:sldMk cId="3820243283" sldId="259"/>
        </pc:sldMkLst>
        <pc:spChg chg="mod">
          <ac:chgData name="mayank chaudhary" userId="f6854e18054fecb7" providerId="LiveId" clId="{6A7C3B25-86EB-400E-AACB-2EA9EA90A3F3}" dt="2020-11-08T09:25:30.125" v="190" actId="27636"/>
          <ac:spMkLst>
            <pc:docMk/>
            <pc:sldMk cId="3820243283" sldId="259"/>
            <ac:spMk id="3" creationId="{AD4E416F-139D-4281-A5DC-1DC05A58D912}"/>
          </ac:spMkLst>
        </pc:spChg>
        <pc:spChg chg="add mod">
          <ac:chgData name="mayank chaudhary" userId="f6854e18054fecb7" providerId="LiveId" clId="{6A7C3B25-86EB-400E-AACB-2EA9EA90A3F3}" dt="2020-11-08T18:27:56.808" v="1247" actId="1076"/>
          <ac:spMkLst>
            <pc:docMk/>
            <pc:sldMk cId="3820243283" sldId="259"/>
            <ac:spMk id="6" creationId="{0B1E0823-22F2-4D0A-9C21-C22259AB7148}"/>
          </ac:spMkLst>
        </pc:spChg>
        <pc:picChg chg="add del mod">
          <ac:chgData name="mayank chaudhary" userId="f6854e18054fecb7" providerId="LiveId" clId="{6A7C3B25-86EB-400E-AACB-2EA9EA90A3F3}" dt="2020-11-08T09:25:34.791" v="193" actId="478"/>
          <ac:picMkLst>
            <pc:docMk/>
            <pc:sldMk cId="3820243283" sldId="259"/>
            <ac:picMk id="7" creationId="{41DADE62-EB8D-4852-B203-ACA4F01C65F5}"/>
          </ac:picMkLst>
        </pc:picChg>
        <pc:picChg chg="add del mod">
          <ac:chgData name="mayank chaudhary" userId="f6854e18054fecb7" providerId="LiveId" clId="{6A7C3B25-86EB-400E-AACB-2EA9EA90A3F3}" dt="2020-11-08T18:26:18.835" v="1231" actId="478"/>
          <ac:picMkLst>
            <pc:docMk/>
            <pc:sldMk cId="3820243283" sldId="259"/>
            <ac:picMk id="7" creationId="{ADFFF16A-95C7-4A01-8342-44BC29C11E8C}"/>
          </ac:picMkLst>
        </pc:picChg>
        <pc:picChg chg="add mod">
          <ac:chgData name="mayank chaudhary" userId="f6854e18054fecb7" providerId="LiveId" clId="{6A7C3B25-86EB-400E-AACB-2EA9EA90A3F3}" dt="2020-11-08T18:23:34.535" v="1221" actId="1076"/>
          <ac:picMkLst>
            <pc:docMk/>
            <pc:sldMk cId="3820243283" sldId="259"/>
            <ac:picMk id="9" creationId="{639903B5-C318-496A-9251-15890E3EF30C}"/>
          </ac:picMkLst>
        </pc:picChg>
        <pc:picChg chg="add mod">
          <ac:chgData name="mayank chaudhary" userId="f6854e18054fecb7" providerId="LiveId" clId="{6A7C3B25-86EB-400E-AACB-2EA9EA90A3F3}" dt="2020-11-08T18:27:50.709" v="1246" actId="1076"/>
          <ac:picMkLst>
            <pc:docMk/>
            <pc:sldMk cId="3820243283" sldId="259"/>
            <ac:picMk id="10" creationId="{2C7600E0-6794-4200-BEFC-CACA9F1C103F}"/>
          </ac:picMkLst>
        </pc:picChg>
      </pc:sldChg>
      <pc:sldChg chg="addSp delSp modSp mod ord">
        <pc:chgData name="mayank chaudhary" userId="f6854e18054fecb7" providerId="LiveId" clId="{6A7C3B25-86EB-400E-AACB-2EA9EA90A3F3}" dt="2020-11-08T16:03:46.231" v="800"/>
        <pc:sldMkLst>
          <pc:docMk/>
          <pc:sldMk cId="3760088107" sldId="260"/>
        </pc:sldMkLst>
        <pc:spChg chg="mod">
          <ac:chgData name="mayank chaudhary" userId="f6854e18054fecb7" providerId="LiveId" clId="{6A7C3B25-86EB-400E-AACB-2EA9EA90A3F3}" dt="2020-11-08T09:31:59.504" v="337" actId="20577"/>
          <ac:spMkLst>
            <pc:docMk/>
            <pc:sldMk cId="3760088107" sldId="260"/>
            <ac:spMk id="2" creationId="{BC12E373-42B9-4D14-9B09-3200917884EE}"/>
          </ac:spMkLst>
        </pc:spChg>
        <pc:spChg chg="add del mod">
          <ac:chgData name="mayank chaudhary" userId="f6854e18054fecb7" providerId="LiveId" clId="{6A7C3B25-86EB-400E-AACB-2EA9EA90A3F3}" dt="2020-11-08T09:31:42.090" v="307"/>
          <ac:spMkLst>
            <pc:docMk/>
            <pc:sldMk cId="3760088107" sldId="260"/>
            <ac:spMk id="8" creationId="{36967B19-2ECF-4B28-9717-05C1A5FA65AC}"/>
          </ac:spMkLst>
        </pc:spChg>
        <pc:spChg chg="add del mod">
          <ac:chgData name="mayank chaudhary" userId="f6854e18054fecb7" providerId="LiveId" clId="{6A7C3B25-86EB-400E-AACB-2EA9EA90A3F3}" dt="2020-11-08T09:28:27.171" v="244"/>
          <ac:spMkLst>
            <pc:docMk/>
            <pc:sldMk cId="3760088107" sldId="260"/>
            <ac:spMk id="9" creationId="{58C2F880-82CD-4A3A-8475-D3A9A5DA311A}"/>
          </ac:spMkLst>
        </pc:spChg>
        <pc:spChg chg="add mod">
          <ac:chgData name="mayank chaudhary" userId="f6854e18054fecb7" providerId="LiveId" clId="{6A7C3B25-86EB-400E-AACB-2EA9EA90A3F3}" dt="2020-11-08T09:32:55.487" v="343" actId="1076"/>
          <ac:spMkLst>
            <pc:docMk/>
            <pc:sldMk cId="3760088107" sldId="260"/>
            <ac:spMk id="11" creationId="{1B43A5A3-0896-4D8E-8845-F376B01D9415}"/>
          </ac:spMkLst>
        </pc:spChg>
        <pc:spChg chg="add mod">
          <ac:chgData name="mayank chaudhary" userId="f6854e18054fecb7" providerId="LiveId" clId="{6A7C3B25-86EB-400E-AACB-2EA9EA90A3F3}" dt="2020-11-08T09:34:14.808" v="379" actId="1076"/>
          <ac:spMkLst>
            <pc:docMk/>
            <pc:sldMk cId="3760088107" sldId="260"/>
            <ac:spMk id="13" creationId="{B559BA07-7BE7-4AD4-9EDB-B6A53D0A9361}"/>
          </ac:spMkLst>
        </pc:spChg>
        <pc:spChg chg="add mod">
          <ac:chgData name="mayank chaudhary" userId="f6854e18054fecb7" providerId="LiveId" clId="{6A7C3B25-86EB-400E-AACB-2EA9EA90A3F3}" dt="2020-11-08T09:34:11.343" v="378" actId="1076"/>
          <ac:spMkLst>
            <pc:docMk/>
            <pc:sldMk cId="3760088107" sldId="260"/>
            <ac:spMk id="15" creationId="{EC26C407-977B-4969-90E3-671CC06837FF}"/>
          </ac:spMkLst>
        </pc:spChg>
        <pc:spChg chg="add mod">
          <ac:chgData name="mayank chaudhary" userId="f6854e18054fecb7" providerId="LiveId" clId="{6A7C3B25-86EB-400E-AACB-2EA9EA90A3F3}" dt="2020-11-08T09:34:07.135" v="377" actId="1076"/>
          <ac:spMkLst>
            <pc:docMk/>
            <pc:sldMk cId="3760088107" sldId="260"/>
            <ac:spMk id="17" creationId="{18223CB5-6FB5-4045-B321-C57E967A7685}"/>
          </ac:spMkLst>
        </pc:spChg>
        <pc:picChg chg="mod">
          <ac:chgData name="mayank chaudhary" userId="f6854e18054fecb7" providerId="LiveId" clId="{6A7C3B25-86EB-400E-AACB-2EA9EA90A3F3}" dt="2020-11-08T09:32:06.247" v="340" actId="1076"/>
          <ac:picMkLst>
            <pc:docMk/>
            <pc:sldMk cId="3760088107" sldId="260"/>
            <ac:picMk id="4" creationId="{AE3C5D73-7E46-4AFC-BF1B-9923B2971ABE}"/>
          </ac:picMkLst>
        </pc:picChg>
        <pc:picChg chg="mod">
          <ac:chgData name="mayank chaudhary" userId="f6854e18054fecb7" providerId="LiveId" clId="{6A7C3B25-86EB-400E-AACB-2EA9EA90A3F3}" dt="2020-11-08T09:32:08.183" v="341" actId="1076"/>
          <ac:picMkLst>
            <pc:docMk/>
            <pc:sldMk cId="3760088107" sldId="260"/>
            <ac:picMk id="6" creationId="{35CA8498-B4CC-4A2F-9961-65001AB54CE9}"/>
          </ac:picMkLst>
        </pc:picChg>
        <pc:picChg chg="mod">
          <ac:chgData name="mayank chaudhary" userId="f6854e18054fecb7" providerId="LiveId" clId="{6A7C3B25-86EB-400E-AACB-2EA9EA90A3F3}" dt="2020-11-08T09:32:04.792" v="339" actId="1076"/>
          <ac:picMkLst>
            <pc:docMk/>
            <pc:sldMk cId="3760088107" sldId="260"/>
            <ac:picMk id="7" creationId="{47F646D6-2B78-4467-8B63-6D1EDE42DDAB}"/>
          </ac:picMkLst>
        </pc:picChg>
      </pc:sldChg>
      <pc:sldChg chg="addSp delSp modSp new mod ord">
        <pc:chgData name="mayank chaudhary" userId="f6854e18054fecb7" providerId="LiveId" clId="{6A7C3B25-86EB-400E-AACB-2EA9EA90A3F3}" dt="2020-11-08T18:28:31.786" v="1249" actId="207"/>
        <pc:sldMkLst>
          <pc:docMk/>
          <pc:sldMk cId="1972823267" sldId="261"/>
        </pc:sldMkLst>
        <pc:spChg chg="mod">
          <ac:chgData name="mayank chaudhary" userId="f6854e18054fecb7" providerId="LiveId" clId="{6A7C3B25-86EB-400E-AACB-2EA9EA90A3F3}" dt="2020-11-08T18:28:31.786" v="1249" actId="207"/>
          <ac:spMkLst>
            <pc:docMk/>
            <pc:sldMk cId="1972823267" sldId="261"/>
            <ac:spMk id="2" creationId="{9B0D793F-9267-48D3-A5BD-A3C697AD48A2}"/>
          </ac:spMkLst>
        </pc:spChg>
        <pc:spChg chg="del">
          <ac:chgData name="mayank chaudhary" userId="f6854e18054fecb7" providerId="LiveId" clId="{6A7C3B25-86EB-400E-AACB-2EA9EA90A3F3}" dt="2020-11-08T16:10:00.826" v="826" actId="478"/>
          <ac:spMkLst>
            <pc:docMk/>
            <pc:sldMk cId="1972823267" sldId="261"/>
            <ac:spMk id="3" creationId="{98217384-2C98-4364-B12E-1CB8E548FCA2}"/>
          </ac:spMkLst>
        </pc:spChg>
        <pc:spChg chg="add mod">
          <ac:chgData name="mayank chaudhary" userId="f6854e18054fecb7" providerId="LiveId" clId="{6A7C3B25-86EB-400E-AACB-2EA9EA90A3F3}" dt="2020-11-08T17:47:06.825" v="899" actId="1076"/>
          <ac:spMkLst>
            <pc:docMk/>
            <pc:sldMk cId="1972823267" sldId="261"/>
            <ac:spMk id="7" creationId="{047C4CEE-78DC-4ACF-9B8A-07B263B7400A}"/>
          </ac:spMkLst>
        </pc:spChg>
        <pc:spChg chg="add mod">
          <ac:chgData name="mayank chaudhary" userId="f6854e18054fecb7" providerId="LiveId" clId="{6A7C3B25-86EB-400E-AACB-2EA9EA90A3F3}" dt="2020-11-08T17:47:17.177" v="903" actId="1076"/>
          <ac:spMkLst>
            <pc:docMk/>
            <pc:sldMk cId="1972823267" sldId="261"/>
            <ac:spMk id="9" creationId="{F7C8F8C3-09FE-48F0-B830-A06568C6AF5A}"/>
          </ac:spMkLst>
        </pc:spChg>
        <pc:spChg chg="add mod">
          <ac:chgData name="mayank chaudhary" userId="f6854e18054fecb7" providerId="LiveId" clId="{6A7C3B25-86EB-400E-AACB-2EA9EA90A3F3}" dt="2020-11-08T17:47:20.849" v="904" actId="1076"/>
          <ac:spMkLst>
            <pc:docMk/>
            <pc:sldMk cId="1972823267" sldId="261"/>
            <ac:spMk id="10" creationId="{ADDEC12C-F7ED-4F76-B784-A5426BD473AA}"/>
          </ac:spMkLst>
        </pc:spChg>
        <pc:picChg chg="add del mod">
          <ac:chgData name="mayank chaudhary" userId="f6854e18054fecb7" providerId="LiveId" clId="{6A7C3B25-86EB-400E-AACB-2EA9EA90A3F3}" dt="2020-11-08T16:00:49.047" v="783" actId="478"/>
          <ac:picMkLst>
            <pc:docMk/>
            <pc:sldMk cId="1972823267" sldId="261"/>
            <ac:picMk id="5" creationId="{E1EF3CA7-7DAF-4667-9AFA-D315FE5A6A07}"/>
          </ac:picMkLst>
        </pc:picChg>
        <pc:picChg chg="add mod">
          <ac:chgData name="mayank chaudhary" userId="f6854e18054fecb7" providerId="LiveId" clId="{6A7C3B25-86EB-400E-AACB-2EA9EA90A3F3}" dt="2020-11-08T17:47:28.721" v="908" actId="14100"/>
          <ac:picMkLst>
            <pc:docMk/>
            <pc:sldMk cId="1972823267" sldId="261"/>
            <ac:picMk id="12" creationId="{B8F02A73-B2DE-4471-AE33-761634D7D05A}"/>
          </ac:picMkLst>
        </pc:picChg>
      </pc:sldChg>
      <pc:sldChg chg="addSp delSp modSp new mod">
        <pc:chgData name="mayank chaudhary" userId="f6854e18054fecb7" providerId="LiveId" clId="{6A7C3B25-86EB-400E-AACB-2EA9EA90A3F3}" dt="2020-11-08T18:28:40.568" v="1250" actId="207"/>
        <pc:sldMkLst>
          <pc:docMk/>
          <pc:sldMk cId="3562851849" sldId="262"/>
        </pc:sldMkLst>
        <pc:spChg chg="mod">
          <ac:chgData name="mayank chaudhary" userId="f6854e18054fecb7" providerId="LiveId" clId="{6A7C3B25-86EB-400E-AACB-2EA9EA90A3F3}" dt="2020-11-08T18:28:40.568" v="1250" actId="207"/>
          <ac:spMkLst>
            <pc:docMk/>
            <pc:sldMk cId="3562851849" sldId="262"/>
            <ac:spMk id="2" creationId="{048BA39E-1B39-45D5-8B09-E05AD1E9BD63}"/>
          </ac:spMkLst>
        </pc:spChg>
        <pc:spChg chg="del">
          <ac:chgData name="mayank chaudhary" userId="f6854e18054fecb7" providerId="LiveId" clId="{6A7C3B25-86EB-400E-AACB-2EA9EA90A3F3}" dt="2020-11-08T15:23:56.266" v="400" actId="22"/>
          <ac:spMkLst>
            <pc:docMk/>
            <pc:sldMk cId="3562851849" sldId="262"/>
            <ac:spMk id="3" creationId="{3C579C05-03E4-4F26-9B32-2C8B2F29D4E3}"/>
          </ac:spMkLst>
        </pc:spChg>
        <pc:spChg chg="add del mod">
          <ac:chgData name="mayank chaudhary" userId="f6854e18054fecb7" providerId="LiveId" clId="{6A7C3B25-86EB-400E-AACB-2EA9EA90A3F3}" dt="2020-11-08T15:24:34.955" v="403" actId="22"/>
          <ac:spMkLst>
            <pc:docMk/>
            <pc:sldMk cId="3562851849" sldId="262"/>
            <ac:spMk id="7" creationId="{4CF6E092-F95C-47FA-A1BE-4AC7BD37D1E3}"/>
          </ac:spMkLst>
        </pc:spChg>
        <pc:spChg chg="add mod">
          <ac:chgData name="mayank chaudhary" userId="f6854e18054fecb7" providerId="LiveId" clId="{6A7C3B25-86EB-400E-AACB-2EA9EA90A3F3}" dt="2020-11-08T15:27:06.295" v="410" actId="1076"/>
          <ac:spMkLst>
            <pc:docMk/>
            <pc:sldMk cId="3562851849" sldId="262"/>
            <ac:spMk id="11" creationId="{D749B54C-E177-4CFB-ACE9-C36B6C0F5549}"/>
          </ac:spMkLst>
        </pc:spChg>
        <pc:spChg chg="add mod">
          <ac:chgData name="mayank chaudhary" userId="f6854e18054fecb7" providerId="LiveId" clId="{6A7C3B25-86EB-400E-AACB-2EA9EA90A3F3}" dt="2020-11-08T15:33:13.431" v="419" actId="20577"/>
          <ac:spMkLst>
            <pc:docMk/>
            <pc:sldMk cId="3562851849" sldId="262"/>
            <ac:spMk id="13" creationId="{F14C443B-D7C4-4EA7-A4C2-93FB32AEF32B}"/>
          </ac:spMkLst>
        </pc:spChg>
        <pc:spChg chg="add mod">
          <ac:chgData name="mayank chaudhary" userId="f6854e18054fecb7" providerId="LiveId" clId="{6A7C3B25-86EB-400E-AACB-2EA9EA90A3F3}" dt="2020-11-08T15:33:37.344" v="422" actId="1076"/>
          <ac:spMkLst>
            <pc:docMk/>
            <pc:sldMk cId="3562851849" sldId="262"/>
            <ac:spMk id="14" creationId="{1AA00921-1843-42EE-9755-4EB3B7B85691}"/>
          </ac:spMkLst>
        </pc:spChg>
        <pc:picChg chg="add del mod ord">
          <ac:chgData name="mayank chaudhary" userId="f6854e18054fecb7" providerId="LiveId" clId="{6A7C3B25-86EB-400E-AACB-2EA9EA90A3F3}" dt="2020-11-08T15:23:59.163" v="402" actId="478"/>
          <ac:picMkLst>
            <pc:docMk/>
            <pc:sldMk cId="3562851849" sldId="262"/>
            <ac:picMk id="5" creationId="{145E68DD-DE6E-4DD8-A744-D4B598C5F48A}"/>
          </ac:picMkLst>
        </pc:picChg>
        <pc:picChg chg="add mod">
          <ac:chgData name="mayank chaudhary" userId="f6854e18054fecb7" providerId="LiveId" clId="{6A7C3B25-86EB-400E-AACB-2EA9EA90A3F3}" dt="2020-11-08T15:32:58.816" v="412" actId="1076"/>
          <ac:picMkLst>
            <pc:docMk/>
            <pc:sldMk cId="3562851849" sldId="262"/>
            <ac:picMk id="9" creationId="{5BCEB876-7DF0-4087-AF20-BD43C67F8427}"/>
          </ac:picMkLst>
        </pc:picChg>
      </pc:sldChg>
      <pc:sldChg chg="addSp delSp modSp new mod">
        <pc:chgData name="mayank chaudhary" userId="f6854e18054fecb7" providerId="LiveId" clId="{6A7C3B25-86EB-400E-AACB-2EA9EA90A3F3}" dt="2020-11-08T18:28:45.435" v="1251" actId="207"/>
        <pc:sldMkLst>
          <pc:docMk/>
          <pc:sldMk cId="2168802824" sldId="263"/>
        </pc:sldMkLst>
        <pc:spChg chg="mod">
          <ac:chgData name="mayank chaudhary" userId="f6854e18054fecb7" providerId="LiveId" clId="{6A7C3B25-86EB-400E-AACB-2EA9EA90A3F3}" dt="2020-11-08T18:28:45.435" v="1251" actId="207"/>
          <ac:spMkLst>
            <pc:docMk/>
            <pc:sldMk cId="2168802824" sldId="263"/>
            <ac:spMk id="2" creationId="{CD499734-0278-49A3-A4B7-887CA6746048}"/>
          </ac:spMkLst>
        </pc:spChg>
        <pc:spChg chg="del">
          <ac:chgData name="mayank chaudhary" userId="f6854e18054fecb7" providerId="LiveId" clId="{6A7C3B25-86EB-400E-AACB-2EA9EA90A3F3}" dt="2020-11-08T15:36:06.619" v="448" actId="478"/>
          <ac:spMkLst>
            <pc:docMk/>
            <pc:sldMk cId="2168802824" sldId="263"/>
            <ac:spMk id="3" creationId="{2F7F5AFA-C4C9-4502-BBB2-57AD1F12C58A}"/>
          </ac:spMkLst>
        </pc:spChg>
        <pc:spChg chg="add del mod">
          <ac:chgData name="mayank chaudhary" userId="f6854e18054fecb7" providerId="LiveId" clId="{6A7C3B25-86EB-400E-AACB-2EA9EA90A3F3}" dt="2020-11-08T15:35:37.853" v="444" actId="478"/>
          <ac:spMkLst>
            <pc:docMk/>
            <pc:sldMk cId="2168802824" sldId="263"/>
            <ac:spMk id="5" creationId="{23C5E5BC-DB32-4D65-B016-D9EFA44D729E}"/>
          </ac:spMkLst>
        </pc:spChg>
        <pc:spChg chg="add mod">
          <ac:chgData name="mayank chaudhary" userId="f6854e18054fecb7" providerId="LiveId" clId="{6A7C3B25-86EB-400E-AACB-2EA9EA90A3F3}" dt="2020-11-08T18:09:02.856" v="1041" actId="1076"/>
          <ac:spMkLst>
            <pc:docMk/>
            <pc:sldMk cId="2168802824" sldId="263"/>
            <ac:spMk id="7" creationId="{0A39095F-7937-422F-B3F4-54B83EC6C49F}"/>
          </ac:spMkLst>
        </pc:spChg>
        <pc:spChg chg="add mod">
          <ac:chgData name="mayank chaudhary" userId="f6854e18054fecb7" providerId="LiveId" clId="{6A7C3B25-86EB-400E-AACB-2EA9EA90A3F3}" dt="2020-11-08T18:09:11.255" v="1043" actId="1076"/>
          <ac:spMkLst>
            <pc:docMk/>
            <pc:sldMk cId="2168802824" sldId="263"/>
            <ac:spMk id="15" creationId="{A5152A8C-0194-4EB3-96D2-22F4C1AF30A5}"/>
          </ac:spMkLst>
        </pc:spChg>
        <pc:spChg chg="add mod">
          <ac:chgData name="mayank chaudhary" userId="f6854e18054fecb7" providerId="LiveId" clId="{6A7C3B25-86EB-400E-AACB-2EA9EA90A3F3}" dt="2020-11-08T18:09:07.856" v="1042" actId="1076"/>
          <ac:spMkLst>
            <pc:docMk/>
            <pc:sldMk cId="2168802824" sldId="263"/>
            <ac:spMk id="16" creationId="{664B002B-C419-4ADD-946D-869DE1695810}"/>
          </ac:spMkLst>
        </pc:spChg>
        <pc:spChg chg="add mod">
          <ac:chgData name="mayank chaudhary" userId="f6854e18054fecb7" providerId="LiveId" clId="{6A7C3B25-86EB-400E-AACB-2EA9EA90A3F3}" dt="2020-11-08T18:11:38.127" v="1071" actId="1076"/>
          <ac:spMkLst>
            <pc:docMk/>
            <pc:sldMk cId="2168802824" sldId="263"/>
            <ac:spMk id="18" creationId="{79EA0174-F419-49A4-99B0-165AC0378A81}"/>
          </ac:spMkLst>
        </pc:spChg>
        <pc:picChg chg="add mod">
          <ac:chgData name="mayank chaudhary" userId="f6854e18054fecb7" providerId="LiveId" clId="{6A7C3B25-86EB-400E-AACB-2EA9EA90A3F3}" dt="2020-11-08T15:45:04.959" v="550" actId="1076"/>
          <ac:picMkLst>
            <pc:docMk/>
            <pc:sldMk cId="2168802824" sldId="263"/>
            <ac:picMk id="11" creationId="{E3A7B50B-25B3-4FE4-A05D-A343E4CF99D5}"/>
          </ac:picMkLst>
        </pc:picChg>
        <pc:cxnChg chg="add mod">
          <ac:chgData name="mayank chaudhary" userId="f6854e18054fecb7" providerId="LiveId" clId="{6A7C3B25-86EB-400E-AACB-2EA9EA90A3F3}" dt="2020-11-08T18:09:15.471" v="1044" actId="1076"/>
          <ac:cxnSpMkLst>
            <pc:docMk/>
            <pc:sldMk cId="2168802824" sldId="263"/>
            <ac:cxnSpMk id="9" creationId="{F89A879B-601E-4C9E-8EEB-39D929077E2E}"/>
          </ac:cxnSpMkLst>
        </pc:cxnChg>
      </pc:sldChg>
      <pc:sldChg chg="addSp delSp modSp new mod">
        <pc:chgData name="mayank chaudhary" userId="f6854e18054fecb7" providerId="LiveId" clId="{6A7C3B25-86EB-400E-AACB-2EA9EA90A3F3}" dt="2020-11-08T18:29:01.720" v="1255" actId="207"/>
        <pc:sldMkLst>
          <pc:docMk/>
          <pc:sldMk cId="2457905849" sldId="264"/>
        </pc:sldMkLst>
        <pc:spChg chg="mod">
          <ac:chgData name="mayank chaudhary" userId="f6854e18054fecb7" providerId="LiveId" clId="{6A7C3B25-86EB-400E-AACB-2EA9EA90A3F3}" dt="2020-11-08T18:29:01.720" v="1255" actId="207"/>
          <ac:spMkLst>
            <pc:docMk/>
            <pc:sldMk cId="2457905849" sldId="264"/>
            <ac:spMk id="2" creationId="{19D368E4-FE98-4CA3-B8B5-A9A941555CA6}"/>
          </ac:spMkLst>
        </pc:spChg>
        <pc:spChg chg="del">
          <ac:chgData name="mayank chaudhary" userId="f6854e18054fecb7" providerId="LiveId" clId="{6A7C3B25-86EB-400E-AACB-2EA9EA90A3F3}" dt="2020-11-08T15:38:32.024" v="472" actId="478"/>
          <ac:spMkLst>
            <pc:docMk/>
            <pc:sldMk cId="2457905849" sldId="264"/>
            <ac:spMk id="3" creationId="{064AC707-D0C8-4F91-A6F8-BC897A48E171}"/>
          </ac:spMkLst>
        </pc:spChg>
        <pc:spChg chg="add del">
          <ac:chgData name="mayank chaudhary" userId="f6854e18054fecb7" providerId="LiveId" clId="{6A7C3B25-86EB-400E-AACB-2EA9EA90A3F3}" dt="2020-11-08T15:38:37.928" v="474" actId="478"/>
          <ac:spMkLst>
            <pc:docMk/>
            <pc:sldMk cId="2457905849" sldId="264"/>
            <ac:spMk id="5" creationId="{2E9EAAE4-3711-433B-8CEF-0C77523E822F}"/>
          </ac:spMkLst>
        </pc:spChg>
        <pc:spChg chg="add mod">
          <ac:chgData name="mayank chaudhary" userId="f6854e18054fecb7" providerId="LiveId" clId="{6A7C3B25-86EB-400E-AACB-2EA9EA90A3F3}" dt="2020-11-08T16:00:57.998" v="785" actId="1076"/>
          <ac:spMkLst>
            <pc:docMk/>
            <pc:sldMk cId="2457905849" sldId="264"/>
            <ac:spMk id="7" creationId="{F8558B98-CE4F-4B1D-87D7-701C8923CB35}"/>
          </ac:spMkLst>
        </pc:spChg>
        <pc:spChg chg="add del mod">
          <ac:chgData name="mayank chaudhary" userId="f6854e18054fecb7" providerId="LiveId" clId="{6A7C3B25-86EB-400E-AACB-2EA9EA90A3F3}" dt="2020-11-08T15:56:20.966" v="582"/>
          <ac:spMkLst>
            <pc:docMk/>
            <pc:sldMk cId="2457905849" sldId="264"/>
            <ac:spMk id="10" creationId="{C91D9275-5A9E-4906-B9FC-BD17CDFE3770}"/>
          </ac:spMkLst>
        </pc:spChg>
        <pc:spChg chg="add mod">
          <ac:chgData name="mayank chaudhary" userId="f6854e18054fecb7" providerId="LiveId" clId="{6A7C3B25-86EB-400E-AACB-2EA9EA90A3F3}" dt="2020-11-08T16:01:00.150" v="786" actId="1076"/>
          <ac:spMkLst>
            <pc:docMk/>
            <pc:sldMk cId="2457905849" sldId="264"/>
            <ac:spMk id="11" creationId="{07427EC3-598C-4345-A859-94DF81D2BECD}"/>
          </ac:spMkLst>
        </pc:spChg>
        <pc:spChg chg="add mod">
          <ac:chgData name="mayank chaudhary" userId="f6854e18054fecb7" providerId="LiveId" clId="{6A7C3B25-86EB-400E-AACB-2EA9EA90A3F3}" dt="2020-11-08T16:01:35.070" v="794" actId="1076"/>
          <ac:spMkLst>
            <pc:docMk/>
            <pc:sldMk cId="2457905849" sldId="264"/>
            <ac:spMk id="12" creationId="{591186D0-F220-4195-9D9C-360F0A03E76E}"/>
          </ac:spMkLst>
        </pc:spChg>
        <pc:spChg chg="add mod">
          <ac:chgData name="mayank chaudhary" userId="f6854e18054fecb7" providerId="LiveId" clId="{6A7C3B25-86EB-400E-AACB-2EA9EA90A3F3}" dt="2020-11-08T16:01:20.087" v="792" actId="1076"/>
          <ac:spMkLst>
            <pc:docMk/>
            <pc:sldMk cId="2457905849" sldId="264"/>
            <ac:spMk id="13" creationId="{D8A45EA8-0E2C-4421-AAA3-36065FB7EF3D}"/>
          </ac:spMkLst>
        </pc:spChg>
        <pc:spChg chg="add mod">
          <ac:chgData name="mayank chaudhary" userId="f6854e18054fecb7" providerId="LiveId" clId="{6A7C3B25-86EB-400E-AACB-2EA9EA90A3F3}" dt="2020-11-08T16:01:07.878" v="788" actId="1076"/>
          <ac:spMkLst>
            <pc:docMk/>
            <pc:sldMk cId="2457905849" sldId="264"/>
            <ac:spMk id="14" creationId="{60B80CDF-58D7-46BC-97C8-331493000AA0}"/>
          </ac:spMkLst>
        </pc:spChg>
        <pc:spChg chg="add mod">
          <ac:chgData name="mayank chaudhary" userId="f6854e18054fecb7" providerId="LiveId" clId="{6A7C3B25-86EB-400E-AACB-2EA9EA90A3F3}" dt="2020-11-08T16:01:17.038" v="791" actId="1076"/>
          <ac:spMkLst>
            <pc:docMk/>
            <pc:sldMk cId="2457905849" sldId="264"/>
            <ac:spMk id="15" creationId="{98D0D310-9A40-4AFF-A540-FCAE8CEE0F77}"/>
          </ac:spMkLst>
        </pc:spChg>
        <pc:spChg chg="add mod">
          <ac:chgData name="mayank chaudhary" userId="f6854e18054fecb7" providerId="LiveId" clId="{6A7C3B25-86EB-400E-AACB-2EA9EA90A3F3}" dt="2020-11-08T16:01:25.334" v="793" actId="1076"/>
          <ac:spMkLst>
            <pc:docMk/>
            <pc:sldMk cId="2457905849" sldId="264"/>
            <ac:spMk id="16" creationId="{81CAF68A-158D-4CB8-AD35-6AFCFC15BF9B}"/>
          </ac:spMkLst>
        </pc:spChg>
        <pc:picChg chg="add mod">
          <ac:chgData name="mayank chaudhary" userId="f6854e18054fecb7" providerId="LiveId" clId="{6A7C3B25-86EB-400E-AACB-2EA9EA90A3F3}" dt="2020-11-08T16:01:05.014" v="787" actId="1076"/>
          <ac:picMkLst>
            <pc:docMk/>
            <pc:sldMk cId="2457905849" sldId="264"/>
            <ac:picMk id="9" creationId="{5AC3F1E2-DBF0-4E0D-AEAF-FF2D5188D3E8}"/>
          </ac:picMkLst>
        </pc:picChg>
      </pc:sldChg>
      <pc:sldChg chg="addSp modSp new mod ord">
        <pc:chgData name="mayank chaudhary" userId="f6854e18054fecb7" providerId="LiveId" clId="{6A7C3B25-86EB-400E-AACB-2EA9EA90A3F3}" dt="2020-11-08T18:28:56.633" v="1254" actId="207"/>
        <pc:sldMkLst>
          <pc:docMk/>
          <pc:sldMk cId="1171085834" sldId="265"/>
        </pc:sldMkLst>
        <pc:spChg chg="mod">
          <ac:chgData name="mayank chaudhary" userId="f6854e18054fecb7" providerId="LiveId" clId="{6A7C3B25-86EB-400E-AACB-2EA9EA90A3F3}" dt="2020-11-08T18:28:56.633" v="1254" actId="207"/>
          <ac:spMkLst>
            <pc:docMk/>
            <pc:sldMk cId="1171085834" sldId="265"/>
            <ac:spMk id="2" creationId="{4AF35B9E-572E-42E5-876E-916A9C639D8A}"/>
          </ac:spMkLst>
        </pc:spChg>
        <pc:spChg chg="mod">
          <ac:chgData name="mayank chaudhary" userId="f6854e18054fecb7" providerId="LiveId" clId="{6A7C3B25-86EB-400E-AACB-2EA9EA90A3F3}" dt="2020-11-08T18:09:49.296" v="1047" actId="1076"/>
          <ac:spMkLst>
            <pc:docMk/>
            <pc:sldMk cId="1171085834" sldId="265"/>
            <ac:spMk id="3" creationId="{FC5B2178-AF5F-4E21-BA04-695366256B07}"/>
          </ac:spMkLst>
        </pc:spChg>
        <pc:spChg chg="add mod">
          <ac:chgData name="mayank chaudhary" userId="f6854e18054fecb7" providerId="LiveId" clId="{6A7C3B25-86EB-400E-AACB-2EA9EA90A3F3}" dt="2020-11-08T18:09:54.439" v="1048" actId="1076"/>
          <ac:spMkLst>
            <pc:docMk/>
            <pc:sldMk cId="1171085834" sldId="265"/>
            <ac:spMk id="6" creationId="{C2885F97-2FD7-406B-8C49-C21EF78ADD83}"/>
          </ac:spMkLst>
        </pc:spChg>
        <pc:spChg chg="add mod">
          <ac:chgData name="mayank chaudhary" userId="f6854e18054fecb7" providerId="LiveId" clId="{6A7C3B25-86EB-400E-AACB-2EA9EA90A3F3}" dt="2020-11-08T18:10:22.200" v="1058" actId="1076"/>
          <ac:spMkLst>
            <pc:docMk/>
            <pc:sldMk cId="1171085834" sldId="265"/>
            <ac:spMk id="8" creationId="{4290A284-4FB6-4D31-A769-63E76840DE68}"/>
          </ac:spMkLst>
        </pc:spChg>
        <pc:picChg chg="add mod">
          <ac:chgData name="mayank chaudhary" userId="f6854e18054fecb7" providerId="LiveId" clId="{6A7C3B25-86EB-400E-AACB-2EA9EA90A3F3}" dt="2020-11-08T15:47:34.455" v="557" actId="1076"/>
          <ac:picMkLst>
            <pc:docMk/>
            <pc:sldMk cId="1171085834" sldId="265"/>
            <ac:picMk id="5" creationId="{AB59338E-0AAF-4A3F-BADE-78F9597529BE}"/>
          </ac:picMkLst>
        </pc:picChg>
      </pc:sldChg>
      <pc:sldChg chg="addSp delSp modSp new mod ord">
        <pc:chgData name="mayank chaudhary" userId="f6854e18054fecb7" providerId="LiveId" clId="{6A7C3B25-86EB-400E-AACB-2EA9EA90A3F3}" dt="2020-11-08T18:28:49.552" v="1252" actId="207"/>
        <pc:sldMkLst>
          <pc:docMk/>
          <pc:sldMk cId="1373362728" sldId="266"/>
        </pc:sldMkLst>
        <pc:spChg chg="del">
          <ac:chgData name="mayank chaudhary" userId="f6854e18054fecb7" providerId="LiveId" clId="{6A7C3B25-86EB-400E-AACB-2EA9EA90A3F3}" dt="2020-11-08T16:15:02.450" v="871" actId="478"/>
          <ac:spMkLst>
            <pc:docMk/>
            <pc:sldMk cId="1373362728" sldId="266"/>
            <ac:spMk id="2" creationId="{E1C9FF87-35EF-4377-86B9-763515223AB4}"/>
          </ac:spMkLst>
        </pc:spChg>
        <pc:spChg chg="del">
          <ac:chgData name="mayank chaudhary" userId="f6854e18054fecb7" providerId="LiveId" clId="{6A7C3B25-86EB-400E-AACB-2EA9EA90A3F3}" dt="2020-11-08T16:14:00.177" v="862" actId="478"/>
          <ac:spMkLst>
            <pc:docMk/>
            <pc:sldMk cId="1373362728" sldId="266"/>
            <ac:spMk id="3" creationId="{EE15B0FF-79CA-4A55-BCFA-4AC84FDFFAE1}"/>
          </ac:spMkLst>
        </pc:spChg>
        <pc:spChg chg="add mod">
          <ac:chgData name="mayank chaudhary" userId="f6854e18054fecb7" providerId="LiveId" clId="{6A7C3B25-86EB-400E-AACB-2EA9EA90A3F3}" dt="2020-11-08T18:28:49.552" v="1252" actId="207"/>
          <ac:spMkLst>
            <pc:docMk/>
            <pc:sldMk cId="1373362728" sldId="266"/>
            <ac:spMk id="5" creationId="{B435695F-D7AC-4BE2-84DA-900AAF783C7A}"/>
          </ac:spMkLst>
        </pc:spChg>
        <pc:spChg chg="add mod">
          <ac:chgData name="mayank chaudhary" userId="f6854e18054fecb7" providerId="LiveId" clId="{6A7C3B25-86EB-400E-AACB-2EA9EA90A3F3}" dt="2020-11-08T18:16:34.463" v="1181" actId="20577"/>
          <ac:spMkLst>
            <pc:docMk/>
            <pc:sldMk cId="1373362728" sldId="266"/>
            <ac:spMk id="7" creationId="{CCEC43EC-40EF-4553-B99E-EAB567F8DAA0}"/>
          </ac:spMkLst>
        </pc:spChg>
        <pc:picChg chg="add mod">
          <ac:chgData name="mayank chaudhary" userId="f6854e18054fecb7" providerId="LiveId" clId="{6A7C3B25-86EB-400E-AACB-2EA9EA90A3F3}" dt="2020-11-08T18:17:03.480" v="1184" actId="1076"/>
          <ac:picMkLst>
            <pc:docMk/>
            <pc:sldMk cId="1373362728" sldId="266"/>
            <ac:picMk id="3074" creationId="{972884C1-6603-485B-A04F-A4A2667747CA}"/>
          </ac:picMkLst>
        </pc:picChg>
      </pc:sldChg>
      <pc:sldChg chg="delSp modSp new mod">
        <pc:chgData name="mayank chaudhary" userId="f6854e18054fecb7" providerId="LiveId" clId="{6A7C3B25-86EB-400E-AACB-2EA9EA90A3F3}" dt="2020-11-08T17:48:08.784" v="930" actId="1076"/>
        <pc:sldMkLst>
          <pc:docMk/>
          <pc:sldMk cId="1262596126" sldId="267"/>
        </pc:sldMkLst>
        <pc:spChg chg="mod">
          <ac:chgData name="mayank chaudhary" userId="f6854e18054fecb7" providerId="LiveId" clId="{6A7C3B25-86EB-400E-AACB-2EA9EA90A3F3}" dt="2020-11-08T17:48:08.784" v="930" actId="1076"/>
          <ac:spMkLst>
            <pc:docMk/>
            <pc:sldMk cId="1262596126" sldId="267"/>
            <ac:spMk id="2" creationId="{2DA437BD-AAA1-46AF-923C-A40977258442}"/>
          </ac:spMkLst>
        </pc:spChg>
        <pc:spChg chg="del">
          <ac:chgData name="mayank chaudhary" userId="f6854e18054fecb7" providerId="LiveId" clId="{6A7C3B25-86EB-400E-AACB-2EA9EA90A3F3}" dt="2020-11-08T17:47:55.019" v="926" actId="478"/>
          <ac:spMkLst>
            <pc:docMk/>
            <pc:sldMk cId="1262596126" sldId="267"/>
            <ac:spMk id="3" creationId="{B04B22D3-3752-4465-B7E1-96D95A3F85CB}"/>
          </ac:spMkLst>
        </pc:spChg>
      </pc:sldChg>
      <pc:sldChg chg="addSp delSp modSp new mod ord">
        <pc:chgData name="mayank chaudhary" userId="f6854e18054fecb7" providerId="LiveId" clId="{6A7C3B25-86EB-400E-AACB-2EA9EA90A3F3}" dt="2020-11-08T18:29:19.608" v="1259" actId="404"/>
        <pc:sldMkLst>
          <pc:docMk/>
          <pc:sldMk cId="3725458741" sldId="268"/>
        </pc:sldMkLst>
        <pc:spChg chg="mod">
          <ac:chgData name="mayank chaudhary" userId="f6854e18054fecb7" providerId="LiveId" clId="{6A7C3B25-86EB-400E-AACB-2EA9EA90A3F3}" dt="2020-11-08T18:29:19.608" v="1259" actId="404"/>
          <ac:spMkLst>
            <pc:docMk/>
            <pc:sldMk cId="3725458741" sldId="268"/>
            <ac:spMk id="2" creationId="{063D3D60-CC44-428A-93F7-3010F18CD5C4}"/>
          </ac:spMkLst>
        </pc:spChg>
        <pc:spChg chg="mod">
          <ac:chgData name="mayank chaudhary" userId="f6854e18054fecb7" providerId="LiveId" clId="{6A7C3B25-86EB-400E-AACB-2EA9EA90A3F3}" dt="2020-11-08T18:15:29.591" v="1170" actId="20577"/>
          <ac:spMkLst>
            <pc:docMk/>
            <pc:sldMk cId="3725458741" sldId="268"/>
            <ac:spMk id="3" creationId="{256A2B31-3780-4F64-A90A-4B56E7F96F73}"/>
          </ac:spMkLst>
        </pc:spChg>
        <pc:picChg chg="add mod">
          <ac:chgData name="mayank chaudhary" userId="f6854e18054fecb7" providerId="LiveId" clId="{6A7C3B25-86EB-400E-AACB-2EA9EA90A3F3}" dt="2020-11-08T18:20:54.246" v="1198" actId="1076"/>
          <ac:picMkLst>
            <pc:docMk/>
            <pc:sldMk cId="3725458741" sldId="268"/>
            <ac:picMk id="4098" creationId="{E69C01AC-E97B-4E02-80A4-D31CB12BF3FD}"/>
          </ac:picMkLst>
        </pc:picChg>
        <pc:picChg chg="add del mod">
          <ac:chgData name="mayank chaudhary" userId="f6854e18054fecb7" providerId="LiveId" clId="{6A7C3B25-86EB-400E-AACB-2EA9EA90A3F3}" dt="2020-11-08T18:20:54.958" v="1199"/>
          <ac:picMkLst>
            <pc:docMk/>
            <pc:sldMk cId="3725458741" sldId="268"/>
            <ac:picMk id="4100" creationId="{9A18D1E6-EF4B-4820-A340-BB26C14AEB9D}"/>
          </ac:picMkLst>
        </pc:picChg>
        <pc:picChg chg="add mod">
          <ac:chgData name="mayank chaudhary" userId="f6854e18054fecb7" providerId="LiveId" clId="{6A7C3B25-86EB-400E-AACB-2EA9EA90A3F3}" dt="2020-11-08T18:21:34.208" v="1210" actId="1076"/>
          <ac:picMkLst>
            <pc:docMk/>
            <pc:sldMk cId="3725458741" sldId="268"/>
            <ac:picMk id="4102" creationId="{259F36ED-8012-4E43-AD21-EF5F6219F0CC}"/>
          </ac:picMkLst>
        </pc:picChg>
        <pc:picChg chg="add mod">
          <ac:chgData name="mayank chaudhary" userId="f6854e18054fecb7" providerId="LiveId" clId="{6A7C3B25-86EB-400E-AACB-2EA9EA90A3F3}" dt="2020-11-08T18:21:36.088" v="1211" actId="1076"/>
          <ac:picMkLst>
            <pc:docMk/>
            <pc:sldMk cId="3725458741" sldId="268"/>
            <ac:picMk id="4104" creationId="{CF6471B7-138C-4FE0-B2ED-A530AA47354F}"/>
          </ac:picMkLst>
        </pc:picChg>
      </pc:sldChg>
      <pc:sldChg chg="addSp delSp modSp new mod ord">
        <pc:chgData name="mayank chaudhary" userId="f6854e18054fecb7" providerId="LiveId" clId="{6A7C3B25-86EB-400E-AACB-2EA9EA90A3F3}" dt="2020-11-08T18:29:13.984" v="1257" actId="207"/>
        <pc:sldMkLst>
          <pc:docMk/>
          <pc:sldMk cId="1055450555" sldId="269"/>
        </pc:sldMkLst>
        <pc:spChg chg="del">
          <ac:chgData name="mayank chaudhary" userId="f6854e18054fecb7" providerId="LiveId" clId="{6A7C3B25-86EB-400E-AACB-2EA9EA90A3F3}" dt="2020-11-08T17:50:32.597" v="933" actId="478"/>
          <ac:spMkLst>
            <pc:docMk/>
            <pc:sldMk cId="1055450555" sldId="269"/>
            <ac:spMk id="2" creationId="{E0B28EBD-964D-4F09-A5AD-4BB0E3FF2AB3}"/>
          </ac:spMkLst>
        </pc:spChg>
        <pc:spChg chg="del">
          <ac:chgData name="mayank chaudhary" userId="f6854e18054fecb7" providerId="LiveId" clId="{6A7C3B25-86EB-400E-AACB-2EA9EA90A3F3}" dt="2020-11-08T17:50:27.054" v="931" actId="478"/>
          <ac:spMkLst>
            <pc:docMk/>
            <pc:sldMk cId="1055450555" sldId="269"/>
            <ac:spMk id="3" creationId="{CABCA8B0-5F59-440A-B2EE-58630E64A853}"/>
          </ac:spMkLst>
        </pc:spChg>
        <pc:spChg chg="add mod">
          <ac:chgData name="mayank chaudhary" userId="f6854e18054fecb7" providerId="LiveId" clId="{6A7C3B25-86EB-400E-AACB-2EA9EA90A3F3}" dt="2020-11-08T18:29:13.984" v="1257" actId="207"/>
          <ac:spMkLst>
            <pc:docMk/>
            <pc:sldMk cId="1055450555" sldId="269"/>
            <ac:spMk id="5" creationId="{00259E1F-FA7A-47DA-AC5A-13BDC808AF93}"/>
          </ac:spMkLst>
        </pc:spChg>
        <pc:spChg chg="add mod">
          <ac:chgData name="mayank chaudhary" userId="f6854e18054fecb7" providerId="LiveId" clId="{6A7C3B25-86EB-400E-AACB-2EA9EA90A3F3}" dt="2020-11-08T18:04:25.138" v="1019" actId="1076"/>
          <ac:spMkLst>
            <pc:docMk/>
            <pc:sldMk cId="1055450555" sldId="269"/>
            <ac:spMk id="7" creationId="{25D8758D-70FE-42A6-B92B-997FCEA4074D}"/>
          </ac:spMkLst>
        </pc:spChg>
        <pc:spChg chg="add mod">
          <ac:chgData name="mayank chaudhary" userId="f6854e18054fecb7" providerId="LiveId" clId="{6A7C3B25-86EB-400E-AACB-2EA9EA90A3F3}" dt="2020-11-08T18:04:27.696" v="1020" actId="1076"/>
          <ac:spMkLst>
            <pc:docMk/>
            <pc:sldMk cId="1055450555" sldId="269"/>
            <ac:spMk id="11" creationId="{1F745D1B-0E34-45B9-BF9B-3D95BF44F6AF}"/>
          </ac:spMkLst>
        </pc:spChg>
        <pc:spChg chg="add mod">
          <ac:chgData name="mayank chaudhary" userId="f6854e18054fecb7" providerId="LiveId" clId="{6A7C3B25-86EB-400E-AACB-2EA9EA90A3F3}" dt="2020-11-08T18:04:51.328" v="1022" actId="1076"/>
          <ac:spMkLst>
            <pc:docMk/>
            <pc:sldMk cId="1055450555" sldId="269"/>
            <ac:spMk id="13" creationId="{8263E41B-56D6-4EFA-804F-860370125609}"/>
          </ac:spMkLst>
        </pc:spChg>
        <pc:picChg chg="add mod">
          <ac:chgData name="mayank chaudhary" userId="f6854e18054fecb7" providerId="LiveId" clId="{6A7C3B25-86EB-400E-AACB-2EA9EA90A3F3}" dt="2020-11-08T17:55:32.097" v="939" actId="1076"/>
          <ac:picMkLst>
            <pc:docMk/>
            <pc:sldMk cId="1055450555" sldId="269"/>
            <ac:picMk id="9" creationId="{3F05A984-6D83-49CA-B693-019063E0E739}"/>
          </ac:picMkLst>
        </pc:picChg>
      </pc:sldChg>
      <pc:sldChg chg="addSp delSp modSp new mod ord">
        <pc:chgData name="mayank chaudhary" userId="f6854e18054fecb7" providerId="LiveId" clId="{6A7C3B25-86EB-400E-AACB-2EA9EA90A3F3}" dt="2020-11-08T18:05:33.505" v="1037"/>
        <pc:sldMkLst>
          <pc:docMk/>
          <pc:sldMk cId="950795315" sldId="270"/>
        </pc:sldMkLst>
        <pc:spChg chg="del">
          <ac:chgData name="mayank chaudhary" userId="f6854e18054fecb7" providerId="LiveId" clId="{6A7C3B25-86EB-400E-AACB-2EA9EA90A3F3}" dt="2020-11-08T17:58:18.003" v="951" actId="478"/>
          <ac:spMkLst>
            <pc:docMk/>
            <pc:sldMk cId="950795315" sldId="270"/>
            <ac:spMk id="2" creationId="{6A803A55-8CC6-4D05-8CE6-F602A878F16E}"/>
          </ac:spMkLst>
        </pc:spChg>
        <pc:spChg chg="del">
          <ac:chgData name="mayank chaudhary" userId="f6854e18054fecb7" providerId="LiveId" clId="{6A7C3B25-86EB-400E-AACB-2EA9EA90A3F3}" dt="2020-11-08T17:58:17.083" v="950" actId="478"/>
          <ac:spMkLst>
            <pc:docMk/>
            <pc:sldMk cId="950795315" sldId="270"/>
            <ac:spMk id="3" creationId="{BBACBBAE-D0D4-434F-B963-6A36421335B3}"/>
          </ac:spMkLst>
        </pc:spChg>
        <pc:spChg chg="add mod">
          <ac:chgData name="mayank chaudhary" userId="f6854e18054fecb7" providerId="LiveId" clId="{6A7C3B25-86EB-400E-AACB-2EA9EA90A3F3}" dt="2020-11-08T18:05:24.592" v="1033" actId="20577"/>
          <ac:spMkLst>
            <pc:docMk/>
            <pc:sldMk cId="950795315" sldId="270"/>
            <ac:spMk id="4" creationId="{6B52EBFD-3782-4D42-8257-6EBB19265478}"/>
          </ac:spMkLst>
        </pc:spChg>
        <pc:spChg chg="add mod">
          <ac:chgData name="mayank chaudhary" userId="f6854e18054fecb7" providerId="LiveId" clId="{6A7C3B25-86EB-400E-AACB-2EA9EA90A3F3}" dt="2020-11-08T18:05:16.552" v="1030" actId="1076"/>
          <ac:spMkLst>
            <pc:docMk/>
            <pc:sldMk cId="950795315" sldId="270"/>
            <ac:spMk id="7" creationId="{B3DA14F0-FA1C-4F4E-A28B-558569886B08}"/>
          </ac:spMkLst>
        </pc:spChg>
        <pc:picChg chg="add mod">
          <ac:chgData name="mayank chaudhary" userId="f6854e18054fecb7" providerId="LiveId" clId="{6A7C3B25-86EB-400E-AACB-2EA9EA90A3F3}" dt="2020-11-08T17:58:25.152" v="954" actId="1076"/>
          <ac:picMkLst>
            <pc:docMk/>
            <pc:sldMk cId="950795315" sldId="270"/>
            <ac:picMk id="2050" creationId="{504F5BC3-B7F3-44CB-AC3F-C7ABEFB46B0B}"/>
          </ac:picMkLst>
        </pc:picChg>
      </pc:sldChg>
      <pc:sldChg chg="new del">
        <pc:chgData name="mayank chaudhary" userId="f6854e18054fecb7" providerId="LiveId" clId="{6A7C3B25-86EB-400E-AACB-2EA9EA90A3F3}" dt="2020-11-08T18:29:25.154" v="1260" actId="47"/>
        <pc:sldMkLst>
          <pc:docMk/>
          <pc:sldMk cId="3236837512" sldId="271"/>
        </pc:sldMkLst>
      </pc:sldChg>
      <pc:sldChg chg="addSp delSp modSp new del mod ord">
        <pc:chgData name="mayank chaudhary" userId="f6854e18054fecb7" providerId="LiveId" clId="{6A7C3B25-86EB-400E-AACB-2EA9EA90A3F3}" dt="2020-11-09T09:29:29.226" v="1378" actId="47"/>
        <pc:sldMkLst>
          <pc:docMk/>
          <pc:sldMk cId="3231068709" sldId="272"/>
        </pc:sldMkLst>
        <pc:spChg chg="mod">
          <ac:chgData name="mayank chaudhary" userId="f6854e18054fecb7" providerId="LiveId" clId="{6A7C3B25-86EB-400E-AACB-2EA9EA90A3F3}" dt="2020-11-08T18:33:24.025" v="1281" actId="403"/>
          <ac:spMkLst>
            <pc:docMk/>
            <pc:sldMk cId="3231068709" sldId="272"/>
            <ac:spMk id="2" creationId="{CF11F4B1-4FB2-49F0-A31C-E50E92EF99EC}"/>
          </ac:spMkLst>
        </pc:spChg>
        <pc:spChg chg="del">
          <ac:chgData name="mayank chaudhary" userId="f6854e18054fecb7" providerId="LiveId" clId="{6A7C3B25-86EB-400E-AACB-2EA9EA90A3F3}" dt="2020-11-08T18:29:59.734" v="1263" actId="478"/>
          <ac:spMkLst>
            <pc:docMk/>
            <pc:sldMk cId="3231068709" sldId="272"/>
            <ac:spMk id="3" creationId="{BC5FBA99-01FF-490B-A434-62DA19C00146}"/>
          </ac:spMkLst>
        </pc:spChg>
        <pc:spChg chg="add mod">
          <ac:chgData name="mayank chaudhary" userId="f6854e18054fecb7" providerId="LiveId" clId="{6A7C3B25-86EB-400E-AACB-2EA9EA90A3F3}" dt="2020-11-08T18:33:28.639" v="1282" actId="1076"/>
          <ac:spMkLst>
            <pc:docMk/>
            <pc:sldMk cId="3231068709" sldId="272"/>
            <ac:spMk id="7" creationId="{FDBA8552-DF43-4F42-B949-64B4F70EAB28}"/>
          </ac:spMkLst>
        </pc:spChg>
        <pc:spChg chg="add mod">
          <ac:chgData name="mayank chaudhary" userId="f6854e18054fecb7" providerId="LiveId" clId="{6A7C3B25-86EB-400E-AACB-2EA9EA90A3F3}" dt="2020-11-08T18:33:36.791" v="1284" actId="1076"/>
          <ac:spMkLst>
            <pc:docMk/>
            <pc:sldMk cId="3231068709" sldId="272"/>
            <ac:spMk id="9" creationId="{54CF3498-7EF5-4A92-A0B7-396B34AA5D74}"/>
          </ac:spMkLst>
        </pc:spChg>
        <pc:picChg chg="add mod">
          <ac:chgData name="mayank chaudhary" userId="f6854e18054fecb7" providerId="LiveId" clId="{6A7C3B25-86EB-400E-AACB-2EA9EA90A3F3}" dt="2020-11-08T18:30:15.887" v="1267" actId="1076"/>
          <ac:picMkLst>
            <pc:docMk/>
            <pc:sldMk cId="3231068709" sldId="272"/>
            <ac:picMk id="5" creationId="{AFE60F2C-E7C7-4750-B615-17956D6AE8EA}"/>
          </ac:picMkLst>
        </pc:picChg>
      </pc:sldChg>
      <pc:sldChg chg="addSp delSp modSp new mod">
        <pc:chgData name="mayank chaudhary" userId="f6854e18054fecb7" providerId="LiveId" clId="{6A7C3B25-86EB-400E-AACB-2EA9EA90A3F3}" dt="2020-11-08T18:29:08.497" v="1256" actId="207"/>
        <pc:sldMkLst>
          <pc:docMk/>
          <pc:sldMk cId="427815623" sldId="273"/>
        </pc:sldMkLst>
        <pc:spChg chg="mod">
          <ac:chgData name="mayank chaudhary" userId="f6854e18054fecb7" providerId="LiveId" clId="{6A7C3B25-86EB-400E-AACB-2EA9EA90A3F3}" dt="2020-11-08T18:29:08.497" v="1256" actId="207"/>
          <ac:spMkLst>
            <pc:docMk/>
            <pc:sldMk cId="427815623" sldId="273"/>
            <ac:spMk id="2" creationId="{EDEEA13B-7429-477D-9B9B-D58142D302B0}"/>
          </ac:spMkLst>
        </pc:spChg>
        <pc:spChg chg="del">
          <ac:chgData name="mayank chaudhary" userId="f6854e18054fecb7" providerId="LiveId" clId="{6A7C3B25-86EB-400E-AACB-2EA9EA90A3F3}" dt="2020-11-08T16:04:51.986" v="803" actId="478"/>
          <ac:spMkLst>
            <pc:docMk/>
            <pc:sldMk cId="427815623" sldId="273"/>
            <ac:spMk id="3" creationId="{9439D016-21F7-4F9E-8F17-57235B0BDD2F}"/>
          </ac:spMkLst>
        </pc:spChg>
        <pc:spChg chg="add mod">
          <ac:chgData name="mayank chaudhary" userId="f6854e18054fecb7" providerId="LiveId" clId="{6A7C3B25-86EB-400E-AACB-2EA9EA90A3F3}" dt="2020-11-08T16:06:46.382" v="816" actId="1076"/>
          <ac:spMkLst>
            <pc:docMk/>
            <pc:sldMk cId="427815623" sldId="273"/>
            <ac:spMk id="5" creationId="{DA32E280-A346-42FA-B72F-52B02716B26A}"/>
          </ac:spMkLst>
        </pc:spChg>
        <pc:spChg chg="add mod">
          <ac:chgData name="mayank chaudhary" userId="f6854e18054fecb7" providerId="LiveId" clId="{6A7C3B25-86EB-400E-AACB-2EA9EA90A3F3}" dt="2020-11-08T16:07:34.950" v="819" actId="1076"/>
          <ac:spMkLst>
            <pc:docMk/>
            <pc:sldMk cId="427815623" sldId="273"/>
            <ac:spMk id="8" creationId="{DD0C3928-D878-41C4-BA65-0131B9D92191}"/>
          </ac:spMkLst>
        </pc:spChg>
        <pc:spChg chg="add mod">
          <ac:chgData name="mayank chaudhary" userId="f6854e18054fecb7" providerId="LiveId" clId="{6A7C3B25-86EB-400E-AACB-2EA9EA90A3F3}" dt="2020-11-08T16:07:48.974" v="821" actId="1076"/>
          <ac:spMkLst>
            <pc:docMk/>
            <pc:sldMk cId="427815623" sldId="273"/>
            <ac:spMk id="10" creationId="{EC83E2CA-C999-4256-906F-0F6A67F6C024}"/>
          </ac:spMkLst>
        </pc:spChg>
        <pc:spChg chg="add mod">
          <ac:chgData name="mayank chaudhary" userId="f6854e18054fecb7" providerId="LiveId" clId="{6A7C3B25-86EB-400E-AACB-2EA9EA90A3F3}" dt="2020-11-08T16:08:02.799" v="823" actId="1076"/>
          <ac:spMkLst>
            <pc:docMk/>
            <pc:sldMk cId="427815623" sldId="273"/>
            <ac:spMk id="12" creationId="{D9525E0E-B3B9-4384-87FD-2C9465198E3E}"/>
          </ac:spMkLst>
        </pc:spChg>
        <pc:picChg chg="add mod">
          <ac:chgData name="mayank chaudhary" userId="f6854e18054fecb7" providerId="LiveId" clId="{6A7C3B25-86EB-400E-AACB-2EA9EA90A3F3}" dt="2020-11-08T16:06:49.287" v="817" actId="1076"/>
          <ac:picMkLst>
            <pc:docMk/>
            <pc:sldMk cId="427815623" sldId="273"/>
            <ac:picMk id="1026" creationId="{A3F3CE4B-E4A9-47F0-BA38-07F11A21A9E5}"/>
          </ac:picMkLst>
        </pc:picChg>
      </pc:sldChg>
      <pc:sldChg chg="add del">
        <pc:chgData name="mayank chaudhary" userId="f6854e18054fecb7" providerId="LiveId" clId="{6A7C3B25-86EB-400E-AACB-2EA9EA90A3F3}" dt="2020-11-08T18:22:55.305" v="1213" actId="47"/>
        <pc:sldMkLst>
          <pc:docMk/>
          <pc:sldMk cId="313125647" sldId="274"/>
        </pc:sldMkLst>
      </pc:sldChg>
      <pc:sldChg chg="addSp delSp modSp new mod ord">
        <pc:chgData name="mayank chaudhary" userId="f6854e18054fecb7" providerId="LiveId" clId="{6A7C3B25-86EB-400E-AACB-2EA9EA90A3F3}" dt="2020-11-09T09:17:37.315" v="1331"/>
        <pc:sldMkLst>
          <pc:docMk/>
          <pc:sldMk cId="2258676803" sldId="274"/>
        </pc:sldMkLst>
        <pc:spChg chg="del">
          <ac:chgData name="mayank chaudhary" userId="f6854e18054fecb7" providerId="LiveId" clId="{6A7C3B25-86EB-400E-AACB-2EA9EA90A3F3}" dt="2020-11-09T08:28:33.420" v="1295" actId="478"/>
          <ac:spMkLst>
            <pc:docMk/>
            <pc:sldMk cId="2258676803" sldId="274"/>
            <ac:spMk id="2" creationId="{893A39F7-72DC-4A76-A1D1-49EF19FDB9EC}"/>
          </ac:spMkLst>
        </pc:spChg>
        <pc:spChg chg="del">
          <ac:chgData name="mayank chaudhary" userId="f6854e18054fecb7" providerId="LiveId" clId="{6A7C3B25-86EB-400E-AACB-2EA9EA90A3F3}" dt="2020-11-09T08:28:21.706" v="1290" actId="478"/>
          <ac:spMkLst>
            <pc:docMk/>
            <pc:sldMk cId="2258676803" sldId="274"/>
            <ac:spMk id="3" creationId="{3C56513B-D954-4331-8E54-794AEA92ECBD}"/>
          </ac:spMkLst>
        </pc:spChg>
        <pc:spChg chg="add del mod">
          <ac:chgData name="mayank chaudhary" userId="f6854e18054fecb7" providerId="LiveId" clId="{6A7C3B25-86EB-400E-AACB-2EA9EA90A3F3}" dt="2020-11-09T08:29:47.895" v="1309"/>
          <ac:spMkLst>
            <pc:docMk/>
            <pc:sldMk cId="2258676803" sldId="274"/>
            <ac:spMk id="6" creationId="{1AD3F7F1-A046-4038-8319-85F043F89617}"/>
          </ac:spMkLst>
        </pc:spChg>
        <pc:spChg chg="add mod">
          <ac:chgData name="mayank chaudhary" userId="f6854e18054fecb7" providerId="LiveId" clId="{6A7C3B25-86EB-400E-AACB-2EA9EA90A3F3}" dt="2020-11-09T08:30:19.642" v="1325" actId="1076"/>
          <ac:spMkLst>
            <pc:docMk/>
            <pc:sldMk cId="2258676803" sldId="274"/>
            <ac:spMk id="7" creationId="{8D1117F0-C51C-4934-B684-78F31D346183}"/>
          </ac:spMkLst>
        </pc:spChg>
        <pc:spChg chg="add mod">
          <ac:chgData name="mayank chaudhary" userId="f6854e18054fecb7" providerId="LiveId" clId="{6A7C3B25-86EB-400E-AACB-2EA9EA90A3F3}" dt="2020-11-09T08:30:16.874" v="1324" actId="1076"/>
          <ac:spMkLst>
            <pc:docMk/>
            <pc:sldMk cId="2258676803" sldId="274"/>
            <ac:spMk id="8" creationId="{60CC03AB-8502-4400-A583-C8B2BC22F47D}"/>
          </ac:spMkLst>
        </pc:spChg>
        <pc:picChg chg="add mod">
          <ac:chgData name="mayank chaudhary" userId="f6854e18054fecb7" providerId="LiveId" clId="{6A7C3B25-86EB-400E-AACB-2EA9EA90A3F3}" dt="2020-11-09T08:28:48.826" v="1298" actId="1076"/>
          <ac:picMkLst>
            <pc:docMk/>
            <pc:sldMk cId="2258676803" sldId="274"/>
            <ac:picMk id="5" creationId="{8D956E23-9196-43BE-951E-08AC4AC7DEA6}"/>
          </ac:picMkLst>
        </pc:picChg>
      </pc:sldChg>
      <pc:sldChg chg="add del">
        <pc:chgData name="mayank chaudhary" userId="f6854e18054fecb7" providerId="LiveId" clId="{6A7C3B25-86EB-400E-AACB-2EA9EA90A3F3}" dt="2020-11-08T18:23:03.036" v="1215" actId="47"/>
        <pc:sldMkLst>
          <pc:docMk/>
          <pc:sldMk cId="4290786541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 ?><Relationships xmlns="http://schemas.openxmlformats.org/package/2006/relationships"><Relationship Id="rId2" Target="../media/image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 ?><Relationships xmlns="http://schemas.openxmlformats.org/package/2006/relationships"><Relationship Id="rId2" Target="../media/image1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17A8-1F1E-4D91-A87E-6FFC33D13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46" y="1293889"/>
            <a:ext cx="9866813" cy="2787758"/>
          </a:xfrm>
        </p:spPr>
        <p:txBody>
          <a:bodyPr/>
          <a:lstStyle/>
          <a:p>
            <a:br>
              <a:rPr lang="en-IN" sz="4000" b="0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</a:br>
            <a:r>
              <a:rPr lang="en-IN" sz="4000" b="0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40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MACHINE LEARNING -REGRESSION</a:t>
            </a:r>
            <a:endParaRPr lang="en-IN" sz="16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8A63-BB87-4C5D-84C6-DCF50B788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329" y="4081647"/>
            <a:ext cx="6353910" cy="630578"/>
          </a:xfrm>
        </p:spPr>
        <p:txBody>
          <a:bodyPr>
            <a:normAutofit fontScale="25000" lnSpcReduction="20000"/>
          </a:bodyPr>
          <a:lstStyle/>
          <a:p>
            <a:pPr algn="l"/>
            <a:endParaRPr lang="en-IN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lang="en-IN" sz="8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IN" sz="72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Submitted by</a:t>
            </a:r>
            <a:r>
              <a:rPr lang="en-IN" sz="72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</a:p>
          <a:p>
            <a:pPr algn="l"/>
            <a:endParaRPr lang="en-IN" sz="8000" b="0" i="0" u="none" strike="noStrike" baseline="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r>
              <a:rPr lang="en-IN" sz="8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MAYANK CHOUDHARY</a:t>
            </a:r>
          </a:p>
          <a:p>
            <a:r>
              <a:rPr lang="en-IN" sz="8000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Roll. No</a:t>
            </a:r>
            <a:r>
              <a:rPr lang="en-IN" sz="800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IN" sz="8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35515002818</a:t>
            </a:r>
          </a:p>
          <a:p>
            <a:r>
              <a:rPr lang="en-IN" sz="8000" b="0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Serial no</a:t>
            </a:r>
            <a:r>
              <a:rPr lang="en-IN" sz="8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57    ECE-1</a:t>
            </a:r>
          </a:p>
          <a:p>
            <a:endParaRPr lang="en-IN" sz="9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B6AB1-21F1-4B6D-BC20-AE29F2E6C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963" y="4081647"/>
            <a:ext cx="1270299" cy="120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6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956E23-9196-43BE-951E-08AC4AC7D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06" y="746551"/>
            <a:ext cx="6824151" cy="5364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1117F0-C51C-4934-B684-78F31D346183}"/>
              </a:ext>
            </a:extLst>
          </p:cNvPr>
          <p:cNvSpPr txBox="1"/>
          <p:nvPr/>
        </p:nvSpPr>
        <p:spPr>
          <a:xfrm>
            <a:off x="8506240" y="4919315"/>
            <a:ext cx="861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0" i="0" dirty="0">
                <a:solidFill>
                  <a:srgbClr val="586069"/>
                </a:solidFill>
                <a:effectLst/>
                <a:latin typeface="-apple-system"/>
              </a:rPr>
              <a:t>mayankchaudhary26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C03AB-8502-4400-A583-C8B2BC22F47D}"/>
              </a:ext>
            </a:extLst>
          </p:cNvPr>
          <p:cNvSpPr txBox="1"/>
          <p:nvPr/>
        </p:nvSpPr>
        <p:spPr>
          <a:xfrm>
            <a:off x="7966669" y="4549983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67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EAB9D-0CDC-4205-9A15-F544F63AD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695" y="471577"/>
            <a:ext cx="8192610" cy="59148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37B500-F48B-4C87-8D84-D1F93DF2C13A}"/>
              </a:ext>
            </a:extLst>
          </p:cNvPr>
          <p:cNvSpPr txBox="1"/>
          <p:nvPr/>
        </p:nvSpPr>
        <p:spPr>
          <a:xfrm>
            <a:off x="452761" y="3204839"/>
            <a:ext cx="2707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</a:rPr>
              <a:t>Flow chart</a:t>
            </a:r>
            <a:endParaRPr lang="en-IN" sz="32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E3B74-B8B5-42FD-A3CE-9EAC562F020D}"/>
              </a:ext>
            </a:extLst>
          </p:cNvPr>
          <p:cNvSpPr txBox="1"/>
          <p:nvPr/>
        </p:nvSpPr>
        <p:spPr>
          <a:xfrm>
            <a:off x="334743" y="1545821"/>
            <a:ext cx="294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Training set = 80%</a:t>
            </a:r>
          </a:p>
          <a:p>
            <a:r>
              <a:rPr lang="en-IN" sz="1600" dirty="0"/>
              <a:t>Test set = 20%</a:t>
            </a:r>
          </a:p>
        </p:txBody>
      </p:sp>
    </p:spTree>
    <p:extLst>
      <p:ext uri="{BB962C8B-B14F-4D97-AF65-F5344CB8AC3E}">
        <p14:creationId xmlns:p14="http://schemas.microsoft.com/office/powerpoint/2010/main" val="137915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35BC-062A-44A9-9CAE-FE284225F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71" y="451839"/>
            <a:ext cx="10707950" cy="1571577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</a:rPr>
              <a:t>Simple Linear Regression</a:t>
            </a:r>
            <a:endParaRPr lang="en-IN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79519-FDD4-4F26-B3E9-F9155559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51" y="1643478"/>
            <a:ext cx="10938770" cy="521452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Given an input x we would like to compute an output 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In linear regression we assume that y and x are related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1800" dirty="0"/>
              <a:t>    with the following equation: 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     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b="1" dirty="0"/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/>
              <a:t>                   y = </a:t>
            </a:r>
            <a:r>
              <a:rPr lang="en-US" altLang="en-US" sz="2400" b="1" dirty="0" err="1"/>
              <a:t>wx</a:t>
            </a:r>
            <a:r>
              <a:rPr lang="en-US" altLang="en-US" sz="2400" b="1" dirty="0"/>
              <a:t>+</a:t>
            </a:r>
            <a:r>
              <a:rPr lang="en-US" altLang="en-US" sz="2400" b="1" dirty="0">
                <a:sym typeface="Symbol" panose="05050102010706020507" pitchFamily="18" charset="2"/>
              </a:rPr>
              <a:t> 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2400" b="1" dirty="0">
                <a:sym typeface="Symbol" panose="05050102010706020507" pitchFamily="18" charset="2"/>
              </a:rPr>
              <a:t>          </a:t>
            </a:r>
            <a:r>
              <a:rPr lang="en-US" altLang="en-US" sz="2400" b="1" dirty="0"/>
              <a:t>y = w</a:t>
            </a:r>
            <a:r>
              <a:rPr lang="en-US" altLang="en-US" sz="2400" b="1" baseline="-25000" dirty="0"/>
              <a:t>0</a:t>
            </a:r>
            <a:r>
              <a:rPr lang="en-US" altLang="en-US" sz="2400" b="1" dirty="0"/>
              <a:t> + w</a:t>
            </a:r>
            <a:r>
              <a:rPr lang="en-US" altLang="en-US" sz="2400" b="1" baseline="-25000" dirty="0"/>
              <a:t>1</a:t>
            </a:r>
            <a:r>
              <a:rPr lang="en-US" altLang="en-US" sz="2400" b="1" dirty="0"/>
              <a:t>x</a:t>
            </a:r>
            <a:r>
              <a:rPr lang="en-US" altLang="en-US" sz="2400" b="1" baseline="-25000" dirty="0"/>
              <a:t>1</a:t>
            </a:r>
            <a:r>
              <a:rPr lang="en-US" altLang="en-US" sz="2400" b="1" dirty="0"/>
              <a:t>+</a:t>
            </a:r>
            <a:r>
              <a:rPr lang="en-US" altLang="en-US" sz="2400" b="1" dirty="0">
                <a:sym typeface="Symbol" panose="05050102010706020507" pitchFamily="18" charset="2"/>
              </a:rPr>
              <a:t> … + </a:t>
            </a:r>
            <a:r>
              <a:rPr lang="en-US" altLang="en-US" sz="2400" b="1" dirty="0" err="1"/>
              <a:t>w</a:t>
            </a:r>
            <a:r>
              <a:rPr lang="en-US" altLang="en-US" sz="2400" b="1" baseline="-25000" dirty="0" err="1"/>
              <a:t>k</a:t>
            </a:r>
            <a:r>
              <a:rPr lang="en-US" altLang="en-US" sz="2400" b="1" dirty="0" err="1"/>
              <a:t>x</a:t>
            </a:r>
            <a:r>
              <a:rPr lang="en-US" altLang="en-US" sz="2400" b="1" baseline="-25000" dirty="0" err="1"/>
              <a:t>k</a:t>
            </a:r>
            <a:r>
              <a:rPr lang="en-US" altLang="en-US" sz="2400" b="1" dirty="0"/>
              <a:t> + </a:t>
            </a:r>
            <a:r>
              <a:rPr lang="en-US" altLang="en-US" sz="2400" b="1" dirty="0">
                <a:sym typeface="Symbol" panose="05050102010706020507" pitchFamily="18" charset="2"/>
              </a:rPr>
              <a:t></a:t>
            </a:r>
            <a:endParaRPr lang="en-US" sz="1600" b="1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where w is a parameter and </a:t>
            </a:r>
            <a:r>
              <a:rPr lang="en-US" altLang="en-US" sz="1800" dirty="0">
                <a:sym typeface="Symbol" panose="05050102010706020507" pitchFamily="18" charset="2"/>
              </a:rPr>
              <a:t> represents </a:t>
            </a:r>
            <a:r>
              <a:rPr lang="en-US" altLang="en-US" sz="1800" dirty="0"/>
              <a:t>measurement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</a:t>
            </a:r>
            <a:r>
              <a:rPr lang="en-US" altLang="en-US" sz="1800" dirty="0"/>
              <a:t>or other noise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5D5555"/>
                </a:solidFill>
                <a:latin typeface="MuseoSans-500"/>
              </a:rPr>
              <a:t>                                                                                                                                    </a:t>
            </a:r>
            <a:endParaRPr lang="en-US" sz="1400" dirty="0">
              <a:solidFill>
                <a:srgbClr val="5D5555"/>
              </a:solidFill>
              <a:latin typeface="MuseoSans-500"/>
            </a:endParaRPr>
          </a:p>
          <a:p>
            <a:endParaRPr lang="en-IN" dirty="0"/>
          </a:p>
        </p:txBody>
      </p:sp>
      <p:sp>
        <p:nvSpPr>
          <p:cNvPr id="4" name="Text Box 1040">
            <a:extLst>
              <a:ext uri="{FF2B5EF4-FFF2-40B4-BE49-F238E27FC236}">
                <a16:creationId xmlns:a16="http://schemas.microsoft.com/office/drawing/2014/main" id="{575ECAE6-E496-44D5-A36E-288EA7829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119" y="3442495"/>
            <a:ext cx="1752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What we are trying to predict</a:t>
            </a:r>
            <a:endParaRPr lang="en-US" altLang="en-US" sz="1800" dirty="0"/>
          </a:p>
        </p:txBody>
      </p:sp>
      <p:sp>
        <p:nvSpPr>
          <p:cNvPr id="6" name="Text Box 1041">
            <a:extLst>
              <a:ext uri="{FF2B5EF4-FFF2-40B4-BE49-F238E27FC236}">
                <a16:creationId xmlns:a16="http://schemas.microsoft.com/office/drawing/2014/main" id="{03F2EE6B-EA4E-45C3-AD64-5E3FD57FF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819" y="3579814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solidFill>
                  <a:srgbClr val="FF0000"/>
                </a:solidFill>
              </a:rPr>
              <a:t>Observed values</a:t>
            </a:r>
            <a:endParaRPr lang="en-US" altLang="en-US" sz="1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20A7455-C4BD-477B-B70A-9CF4FB6E8F1E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1339419" y="4083845"/>
            <a:ext cx="711323" cy="37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529887-6BD1-45C6-8231-95C3CD19A032}"/>
              </a:ext>
            </a:extLst>
          </p:cNvPr>
          <p:cNvCxnSpPr>
            <a:cxnSpLocks/>
          </p:cNvCxnSpPr>
          <p:nvPr/>
        </p:nvCxnSpPr>
        <p:spPr>
          <a:xfrm flipV="1">
            <a:off x="2897819" y="3933613"/>
            <a:ext cx="235998" cy="366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20D8297D-E87B-49E6-BA1A-FAC7084B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726" y="1643478"/>
            <a:ext cx="4637103" cy="34778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AFE1A2-AB55-4899-AB83-A892F8283B00}"/>
              </a:ext>
            </a:extLst>
          </p:cNvPr>
          <p:cNvSpPr txBox="1"/>
          <p:nvPr/>
        </p:nvSpPr>
        <p:spPr>
          <a:xfrm>
            <a:off x="7194884" y="5133199"/>
            <a:ext cx="5910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,w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) = (y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-[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+w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x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])</a:t>
            </a:r>
            <a:r>
              <a:rPr lang="en-IN" sz="2800" b="0" i="0" u="none" strike="noStrike" baseline="0" dirty="0">
                <a:solidFill>
                  <a:srgbClr val="5D5555"/>
                </a:solidFill>
                <a:latin typeface="MuseoSans-500"/>
              </a:rPr>
              <a:t>^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2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2201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793F-9267-48D3-A5BD-A3C697AD4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 </a:t>
            </a:r>
            <a:r>
              <a:rPr lang="en-US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Residual Sum of Squares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C4CEE-78DC-4ACF-9B8A-07B263B7400A}"/>
              </a:ext>
            </a:extLst>
          </p:cNvPr>
          <p:cNvSpPr txBox="1"/>
          <p:nvPr/>
        </p:nvSpPr>
        <p:spPr>
          <a:xfrm>
            <a:off x="641685" y="20226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RSS is the sum of the squares of the residuals and the residuals is just a fancy word for the difference between the predicted output and the true output.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8F8C3-09FE-48F0-B830-A06568C6AF5A}"/>
              </a:ext>
            </a:extLst>
          </p:cNvPr>
          <p:cNvSpPr txBox="1"/>
          <p:nvPr/>
        </p:nvSpPr>
        <p:spPr>
          <a:xfrm>
            <a:off x="938464" y="44675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,w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) = (y</a:t>
            </a:r>
            <a:r>
              <a:rPr lang="pl-PL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-[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400" b="0" i="0" u="none" strike="noStrike" baseline="0" dirty="0">
                <a:solidFill>
                  <a:srgbClr val="118DC5"/>
                </a:solidFill>
                <a:latin typeface="MuseoSans-500"/>
              </a:rPr>
              <a:t>+w</a:t>
            </a:r>
            <a:r>
              <a:rPr lang="pl-PL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x</a:t>
            </a:r>
            <a:r>
              <a:rPr lang="pl-PL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400" b="0" i="0" u="none" strike="noStrike" baseline="0" dirty="0">
                <a:solidFill>
                  <a:srgbClr val="5D5555"/>
                </a:solidFill>
                <a:latin typeface="MuseoSans-500"/>
              </a:rPr>
              <a:t>])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EC12C-F7ED-4F76-B784-A5426BD473AA}"/>
              </a:ext>
            </a:extLst>
          </p:cNvPr>
          <p:cNvSpPr txBox="1"/>
          <p:nvPr/>
        </p:nvSpPr>
        <p:spPr>
          <a:xfrm>
            <a:off x="4275222" y="43531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F02A73-B2DE-4471-AE33-761634D7D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129" y="3039979"/>
            <a:ext cx="7149826" cy="305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2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9EFE-B79D-4F29-95CD-99BD077C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83" y="137160"/>
            <a:ext cx="10058400" cy="1371600"/>
          </a:xfrm>
        </p:spPr>
        <p:txBody>
          <a:bodyPr>
            <a:normAutofit/>
          </a:bodyPr>
          <a:lstStyle/>
          <a:p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416F-139D-4281-A5DC-1DC05A58D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666" y="1082188"/>
            <a:ext cx="10058400" cy="3931920"/>
          </a:xfrm>
        </p:spPr>
        <p:txBody>
          <a:bodyPr>
            <a:normAutofit fontScale="92500" lnSpcReduction="20000"/>
          </a:bodyPr>
          <a:lstStyle/>
          <a:p>
            <a:endParaRPr lang="en-US" sz="28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endParaRPr lang="en-US" sz="2800" dirty="0">
              <a:solidFill>
                <a:srgbClr val="5D5555"/>
              </a:solidFill>
              <a:latin typeface="MuseoSans-500"/>
            </a:endParaRPr>
          </a:p>
          <a:p>
            <a:r>
              <a:rPr lang="en-US" sz="2800" b="0" i="0" u="none" strike="noStrike" baseline="0" dirty="0">
                <a:solidFill>
                  <a:srgbClr val="5D5555"/>
                </a:solidFill>
                <a:latin typeface="MuseoSans-500"/>
              </a:rPr>
              <a:t>                                                                      </a:t>
            </a:r>
            <a:r>
              <a:rPr lang="en-US" sz="1800" b="0" i="0" u="none" strike="noStrike" baseline="0" dirty="0">
                <a:solidFill>
                  <a:srgbClr val="118DC5"/>
                </a:solidFill>
                <a:latin typeface="MuseoSans-300"/>
              </a:rPr>
              <a:t>Residual sum of squares (RSS)</a:t>
            </a:r>
            <a:endParaRPr lang="en-US" sz="28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5D5555"/>
                </a:solidFill>
                <a:latin typeface="MuseoSans-500"/>
              </a:rPr>
              <a:t> 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3600" b="0" i="0" u="none" strike="noStrike" baseline="0" dirty="0">
                <a:solidFill>
                  <a:srgbClr val="118DC5"/>
                </a:solidFill>
                <a:latin typeface="MuseoSans-500"/>
              </a:rPr>
              <a:t>w0,w1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) = </a:t>
            </a:r>
            <a:r>
              <a:rPr lang="en-US" sz="3600" b="0" i="0" u="none" strike="noStrike" baseline="0" dirty="0">
                <a:solidFill>
                  <a:srgbClr val="5D5555"/>
                </a:solidFill>
                <a:latin typeface="MuseoSans-500"/>
              </a:rPr>
              <a:t> </a:t>
            </a:r>
            <a:r>
              <a:rPr lang="en-US" sz="3600" b="0" i="0" u="none" strike="noStrike" baseline="0" dirty="0">
                <a:solidFill>
                  <a:srgbClr val="5D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 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(yi-[</a:t>
            </a:r>
            <a:r>
              <a:rPr lang="pl-PL" sz="3600" b="0" i="0" u="none" strike="noStrike" baseline="0" dirty="0">
                <a:solidFill>
                  <a:srgbClr val="118DC5"/>
                </a:solidFill>
                <a:latin typeface="MuseoSans-500"/>
              </a:rPr>
              <a:t>w0+w1</a:t>
            </a:r>
            <a:r>
              <a:rPr lang="pl-PL" sz="3600" b="0" i="0" u="none" strike="noStrike" baseline="0" dirty="0">
                <a:solidFill>
                  <a:srgbClr val="5D5555"/>
                </a:solidFill>
                <a:latin typeface="MuseoSans-500"/>
              </a:rPr>
              <a:t>xi])</a:t>
            </a:r>
            <a:endParaRPr lang="en-US" sz="36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endParaRPr lang="en-US" sz="280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r>
              <a:rPr lang="en-US" altLang="en-US" sz="4000" dirty="0"/>
              <a:t>         </a:t>
            </a:r>
            <a:r>
              <a:rPr lang="en-US" altLang="en-US" sz="3600" dirty="0"/>
              <a:t>y = w</a:t>
            </a:r>
            <a:r>
              <a:rPr lang="en-US" altLang="en-US" sz="3600" baseline="-25000" dirty="0"/>
              <a:t>0</a:t>
            </a:r>
            <a:r>
              <a:rPr lang="en-US" altLang="en-US" sz="3600" dirty="0"/>
              <a:t> + w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x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+</a:t>
            </a:r>
            <a:r>
              <a:rPr lang="en-US" altLang="en-US" sz="3600" dirty="0">
                <a:sym typeface="Symbol" panose="05050102010706020507" pitchFamily="18" charset="2"/>
              </a:rPr>
              <a:t> … + </a:t>
            </a:r>
            <a:r>
              <a:rPr lang="en-US" altLang="en-US" sz="3600" dirty="0" err="1"/>
              <a:t>w</a:t>
            </a:r>
            <a:r>
              <a:rPr lang="en-US" altLang="en-US" sz="3600" baseline="-25000" dirty="0" err="1"/>
              <a:t>k</a:t>
            </a:r>
            <a:r>
              <a:rPr lang="en-US" altLang="en-US" sz="3600" dirty="0" err="1"/>
              <a:t>x</a:t>
            </a:r>
            <a:r>
              <a:rPr lang="en-US" altLang="en-US" sz="3600" baseline="-25000" dirty="0" err="1"/>
              <a:t>k</a:t>
            </a:r>
            <a:r>
              <a:rPr lang="en-US" altLang="en-US" sz="3600" dirty="0"/>
              <a:t> + </a:t>
            </a:r>
            <a:r>
              <a:rPr lang="en-US" altLang="en-US" sz="3600" dirty="0">
                <a:sym typeface="Symbol" panose="05050102010706020507" pitchFamily="18" charset="2"/>
              </a:rPr>
              <a:t></a:t>
            </a:r>
          </a:p>
          <a:p>
            <a:pPr marL="0" indent="0">
              <a:buNone/>
            </a:pPr>
            <a:endParaRPr lang="en-US" sz="2400" b="0" i="0" u="none" strike="noStrike" baseline="0" dirty="0">
              <a:solidFill>
                <a:srgbClr val="5D5555"/>
              </a:solidFill>
              <a:latin typeface="MuseoSans-50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5D5555"/>
                </a:solidFill>
                <a:latin typeface="MuseoSans-500"/>
              </a:rPr>
              <a:t>                                     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9903B5-C318-496A-9251-15890E3E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85"/>
            <a:ext cx="12235559" cy="6923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1E0823-22F2-4D0A-9C21-C22259AB7148}"/>
              </a:ext>
            </a:extLst>
          </p:cNvPr>
          <p:cNvSpPr txBox="1"/>
          <p:nvPr/>
        </p:nvSpPr>
        <p:spPr>
          <a:xfrm>
            <a:off x="7687622" y="840925"/>
            <a:ext cx="45479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Multiple regression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an extension of linear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regression models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that allow predictions of systems with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independent variables. It does this by simply adding more terms to the linear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regression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equation, with each term representing the impact of a different physical parameter.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7600E0-6794-4200-BEFC-CACA9F1C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742" y="3652091"/>
            <a:ext cx="6710152" cy="320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4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E373-42B9-4D14-9B09-32009178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500" y="538436"/>
            <a:ext cx="9740283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Content Placeholder 3" descr="Figure1.4a.jpg">
            <a:extLst>
              <a:ext uri="{FF2B5EF4-FFF2-40B4-BE49-F238E27FC236}">
                <a16:creationId xmlns:a16="http://schemas.microsoft.com/office/drawing/2014/main" id="{AE3C5D73-7E46-4AFC-BF1B-9923B2971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0393" y="999920"/>
            <a:ext cx="2989048" cy="2220435"/>
          </a:xfrm>
        </p:spPr>
      </p:pic>
      <p:pic>
        <p:nvPicPr>
          <p:cNvPr id="5" name="Content Placeholder 3" descr="Figure1.4b.jpg">
            <a:extLst>
              <a:ext uri="{FF2B5EF4-FFF2-40B4-BE49-F238E27FC236}">
                <a16:creationId xmlns:a16="http://schemas.microsoft.com/office/drawing/2014/main" id="{4B995E97-33AE-48FA-B3F7-02AA0B515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0394" y="3994971"/>
            <a:ext cx="2989047" cy="2220435"/>
          </a:xfrm>
          <a:prstGeom prst="rect">
            <a:avLst/>
          </a:prstGeom>
        </p:spPr>
      </p:pic>
      <p:pic>
        <p:nvPicPr>
          <p:cNvPr id="6" name="Content Placeholder 3" descr="Figure1.4c.jpg">
            <a:extLst>
              <a:ext uri="{FF2B5EF4-FFF2-40B4-BE49-F238E27FC236}">
                <a16:creationId xmlns:a16="http://schemas.microsoft.com/office/drawing/2014/main" id="{35CA8498-B4CC-4A2F-9961-65001AB54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94203" y="1000378"/>
            <a:ext cx="2988430" cy="2219977"/>
          </a:xfrm>
          <a:prstGeom prst="rect">
            <a:avLst/>
          </a:prstGeom>
        </p:spPr>
      </p:pic>
      <p:pic>
        <p:nvPicPr>
          <p:cNvPr id="7" name="Content Placeholder 3" descr="Figure1.4d.jpg">
            <a:extLst>
              <a:ext uri="{FF2B5EF4-FFF2-40B4-BE49-F238E27FC236}">
                <a16:creationId xmlns:a16="http://schemas.microsoft.com/office/drawing/2014/main" id="{47F646D6-2B78-4467-8B63-6D1EDE42D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94203" y="3995429"/>
            <a:ext cx="2989047" cy="22199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43A5A3-0896-4D8E-8845-F376B01D9415}"/>
              </a:ext>
            </a:extLst>
          </p:cNvPr>
          <p:cNvSpPr txBox="1"/>
          <p:nvPr/>
        </p:nvSpPr>
        <p:spPr>
          <a:xfrm>
            <a:off x="7024456" y="362563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9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9BA07-7BE7-4AD4-9EDB-B6A53D0A9361}"/>
              </a:ext>
            </a:extLst>
          </p:cNvPr>
          <p:cNvSpPr txBox="1"/>
          <p:nvPr/>
        </p:nvSpPr>
        <p:spPr>
          <a:xfrm>
            <a:off x="1079961" y="3644173"/>
            <a:ext cx="656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1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6C407-977B-4969-90E3-671CC06837FF}"/>
              </a:ext>
            </a:extLst>
          </p:cNvPr>
          <p:cNvSpPr txBox="1"/>
          <p:nvPr/>
        </p:nvSpPr>
        <p:spPr>
          <a:xfrm>
            <a:off x="1079961" y="696670"/>
            <a:ext cx="656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0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23CB5-6FB5-4045-B321-C57E967A7685}"/>
              </a:ext>
            </a:extLst>
          </p:cNvPr>
          <p:cNvSpPr txBox="1"/>
          <p:nvPr/>
        </p:nvSpPr>
        <p:spPr>
          <a:xfrm>
            <a:off x="6998790" y="651704"/>
            <a:ext cx="65605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dirty="0"/>
              <a:t>3</a:t>
            </a:r>
            <a:r>
              <a:rPr lang="en-GB" altLang="en-US" baseline="30000" dirty="0"/>
              <a:t>th</a:t>
            </a:r>
            <a:r>
              <a:rPr lang="en-GB" altLang="en-US" dirty="0"/>
              <a:t> Order Polynomial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08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A39E-1B39-45D5-8B09-E05AD1E9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Gradient descent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5BCEB876-7DF0-4087-AF20-BD43C67F8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09" y="2014193"/>
            <a:ext cx="5241528" cy="393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49B54C-E177-4CFB-ACE9-C36B6C0F5549}"/>
              </a:ext>
            </a:extLst>
          </p:cNvPr>
          <p:cNvSpPr txBox="1"/>
          <p:nvPr/>
        </p:nvSpPr>
        <p:spPr>
          <a:xfrm>
            <a:off x="5919537" y="222598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urw-din"/>
              </a:rPr>
              <a:t>In linear regression, the model targets to get the best-fit regression line to predict the value of y based on the given input value (x). While training the model, the model calculates the cost function which measures the Root Mean Squared error between the predicted value (</a:t>
            </a:r>
            <a:r>
              <a:rPr lang="en-US" b="0" i="0" dirty="0" err="1">
                <a:effectLst/>
                <a:latin typeface="urw-din"/>
              </a:rPr>
              <a:t>pred</a:t>
            </a:r>
            <a:r>
              <a:rPr lang="en-US" b="0" i="0" dirty="0">
                <a:effectLst/>
                <a:latin typeface="urw-din"/>
              </a:rPr>
              <a:t>) and true value (y). The model targets to minimize the cost function. 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C443B-D7C4-4EA7-A4C2-93FB32AEF32B}"/>
              </a:ext>
            </a:extLst>
          </p:cNvPr>
          <p:cNvSpPr txBox="1"/>
          <p:nvPr/>
        </p:nvSpPr>
        <p:spPr>
          <a:xfrm>
            <a:off x="6713621" y="453572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RSS(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,w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) = (y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-[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0</a:t>
            </a:r>
            <a:r>
              <a:rPr lang="pl-PL" sz="2800" b="0" i="0" u="none" strike="noStrike" baseline="0" dirty="0">
                <a:solidFill>
                  <a:srgbClr val="118DC5"/>
                </a:solidFill>
                <a:latin typeface="MuseoSans-500"/>
              </a:rPr>
              <a:t>+w</a:t>
            </a:r>
            <a:r>
              <a:rPr lang="pl-PL" sz="2000" b="0" i="0" u="none" strike="noStrike" baseline="0" dirty="0">
                <a:solidFill>
                  <a:srgbClr val="118DC5"/>
                </a:solidFill>
                <a:latin typeface="MuseoSans-500"/>
              </a:rPr>
              <a:t>1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x</a:t>
            </a:r>
            <a:r>
              <a:rPr lang="pl-PL" sz="2000" b="0" i="0" u="none" strike="noStrike" baseline="0" dirty="0">
                <a:solidFill>
                  <a:srgbClr val="5D5555"/>
                </a:solidFill>
                <a:latin typeface="MuseoSans-500"/>
              </a:rPr>
              <a:t>i</a:t>
            </a:r>
            <a:r>
              <a:rPr lang="pl-PL" sz="2800" b="0" i="0" u="none" strike="noStrike" baseline="0" dirty="0">
                <a:solidFill>
                  <a:srgbClr val="5D5555"/>
                </a:solidFill>
                <a:latin typeface="MuseoSans-500"/>
              </a:rPr>
              <a:t>])</a:t>
            </a:r>
            <a:endParaRPr lang="en-IN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00921-1843-42EE-9755-4EB3B7B85691}"/>
              </a:ext>
            </a:extLst>
          </p:cNvPr>
          <p:cNvSpPr txBox="1"/>
          <p:nvPr/>
        </p:nvSpPr>
        <p:spPr>
          <a:xfrm>
            <a:off x="10535652" y="442800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6285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9734-0278-49A3-A4B7-887CA674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2173"/>
            <a:ext cx="10058400" cy="1371600"/>
          </a:xfrm>
        </p:spPr>
        <p:txBody>
          <a:bodyPr>
            <a:normAutofit/>
          </a:bodyPr>
          <a:lstStyle/>
          <a:p>
            <a:r>
              <a:rPr lang="en-IN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Ridge regression</a:t>
            </a:r>
            <a:br>
              <a:rPr lang="en-IN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</a:b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(</a:t>
            </a:r>
            <a:r>
              <a:rPr lang="en-US" sz="3600" b="1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a.k.a</a:t>
            </a: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 </a:t>
            </a:r>
            <a:r>
              <a:rPr lang="en-US" sz="3600" b="1" i="1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Italic"/>
              </a:rPr>
              <a:t>L</a:t>
            </a:r>
            <a:r>
              <a:rPr lang="en-US" sz="36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300"/>
              </a:rPr>
              <a:t>2 regularization)</a:t>
            </a:r>
            <a:endParaRPr lang="en-IN" sz="8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9095F-7937-422F-B3F4-54B83EC6C49F}"/>
              </a:ext>
            </a:extLst>
          </p:cNvPr>
          <p:cNvSpPr txBox="1"/>
          <p:nvPr/>
        </p:nvSpPr>
        <p:spPr>
          <a:xfrm>
            <a:off x="741946" y="4367527"/>
            <a:ext cx="76601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RSS(</a:t>
            </a:r>
            <a:r>
              <a:rPr lang="en-IN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) + </a:t>
            </a:r>
            <a:r>
              <a:rPr lang="el-GR" sz="32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r>
              <a:rPr lang="en-IN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en-IN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endParaRPr lang="en-IN" sz="20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algn="l"/>
            <a:r>
              <a:rPr lang="en-IN" sz="3200" dirty="0">
                <a:solidFill>
                  <a:srgbClr val="118DC5"/>
                </a:solidFill>
                <a:latin typeface="LucidaGrande"/>
              </a:rPr>
              <a:t>    </a:t>
            </a:r>
          </a:p>
          <a:p>
            <a:pPr algn="l"/>
            <a:r>
              <a:rPr lang="en-IN" sz="3200" dirty="0">
                <a:solidFill>
                  <a:srgbClr val="118DC5"/>
                </a:solidFill>
                <a:latin typeface="LucidaGrande"/>
              </a:rPr>
              <a:t> </a:t>
            </a:r>
            <a:r>
              <a:rPr lang="en-US" sz="1800" b="0" i="0" u="none" strike="noStrike" baseline="0" dirty="0">
                <a:solidFill>
                  <a:srgbClr val="B1007E"/>
                </a:solidFill>
                <a:latin typeface="MuseoSans-300"/>
              </a:rPr>
              <a:t>tuning parameter = balance of fit and magnitude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9A879B-601E-4C9E-8EEB-39D929077E2E}"/>
              </a:ext>
            </a:extLst>
          </p:cNvPr>
          <p:cNvCxnSpPr>
            <a:cxnSpLocks/>
          </p:cNvCxnSpPr>
          <p:nvPr/>
        </p:nvCxnSpPr>
        <p:spPr>
          <a:xfrm flipH="1">
            <a:off x="1660358" y="4906668"/>
            <a:ext cx="697831" cy="62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3A7B50B-25B3-4FE4-A05D-A343E4CF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612" y="1995449"/>
            <a:ext cx="6134956" cy="41344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152A8C-0194-4EB3-96D2-22F4C1AF30A5}"/>
              </a:ext>
            </a:extLst>
          </p:cNvPr>
          <p:cNvSpPr txBox="1"/>
          <p:nvPr/>
        </p:nvSpPr>
        <p:spPr>
          <a:xfrm>
            <a:off x="3481180" y="468668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B002B-C419-4ADD-946D-869DE1695810}"/>
              </a:ext>
            </a:extLst>
          </p:cNvPr>
          <p:cNvSpPr txBox="1"/>
          <p:nvPr/>
        </p:nvSpPr>
        <p:spPr>
          <a:xfrm>
            <a:off x="3481180" y="41748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EA0174-F419-49A4-99B0-165AC0378A81}"/>
              </a:ext>
            </a:extLst>
          </p:cNvPr>
          <p:cNvSpPr txBox="1"/>
          <p:nvPr/>
        </p:nvSpPr>
        <p:spPr>
          <a:xfrm>
            <a:off x="489284" y="2490473"/>
            <a:ext cx="4660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ridge regression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 variant of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linear regression,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which penalizes sum of squared coefficients (L2 penalty)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802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35695F-D7AC-4BE2-84DA-900AAF783C7A}"/>
              </a:ext>
            </a:extLst>
          </p:cNvPr>
          <p:cNvSpPr txBox="1"/>
          <p:nvPr/>
        </p:nvSpPr>
        <p:spPr>
          <a:xfrm>
            <a:off x="810124" y="934272"/>
            <a:ext cx="74836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Selecting an L2 penalty via cross-validation</a:t>
            </a:r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C43EC-40EF-4553-B99E-EAB567F8DAA0}"/>
              </a:ext>
            </a:extLst>
          </p:cNvPr>
          <p:cNvSpPr txBox="1"/>
          <p:nvPr/>
        </p:nvSpPr>
        <p:spPr>
          <a:xfrm>
            <a:off x="705852" y="218286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Cross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 resampling procedure used to evaluate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models on a limited data sample. The procedure has a single parameter called k that refers to the number of groups that a given data sample is to be split into. As such, the procedure is often called k-fold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cross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validation.</a:t>
            </a:r>
            <a:endParaRPr lang="en-IN" dirty="0"/>
          </a:p>
        </p:txBody>
      </p:sp>
      <p:pic>
        <p:nvPicPr>
          <p:cNvPr id="3074" name="Picture 2" descr="Cross Validation in Machine Learning Trading Models">
            <a:extLst>
              <a:ext uri="{FF2B5EF4-FFF2-40B4-BE49-F238E27FC236}">
                <a16:creationId xmlns:a16="http://schemas.microsoft.com/office/drawing/2014/main" id="{972884C1-6603-485B-A04F-A4A266774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852" y="2017295"/>
            <a:ext cx="4876801" cy="329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36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5B9E-572E-42E5-876E-916A9C63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22" y="453406"/>
            <a:ext cx="10058400" cy="1371600"/>
          </a:xfrm>
        </p:spPr>
        <p:txBody>
          <a:bodyPr/>
          <a:lstStyle/>
          <a:p>
            <a: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Lasso regression:</a:t>
            </a:r>
            <a:b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</a:br>
            <a:r>
              <a:rPr lang="en-IN" sz="3200" b="1" i="1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Italic"/>
              </a:rPr>
              <a:t>L</a:t>
            </a:r>
            <a:r>
              <a:rPr lang="en-IN" sz="32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1 regularized regression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B2178-AF5F-4E21-BA04-69536625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31495" y="4249446"/>
            <a:ext cx="100584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marL="0" indent="0">
              <a:buNone/>
            </a:pPr>
            <a:endParaRPr lang="en-IN" sz="2400" dirty="0">
              <a:solidFill>
                <a:srgbClr val="000000"/>
              </a:solidFill>
              <a:latin typeface="MuseoSans-300"/>
            </a:endParaRPr>
          </a:p>
          <a:p>
            <a:pPr marL="0" indent="0">
              <a:buNone/>
            </a:pPr>
            <a:r>
              <a:rPr lang="en-IN" sz="2400" b="0" i="0" u="none" strike="noStrike" baseline="0" dirty="0">
                <a:solidFill>
                  <a:srgbClr val="000000"/>
                </a:solidFill>
                <a:latin typeface="MuseoSans-300"/>
              </a:rPr>
              <a:t>                                  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RSS(</a:t>
            </a:r>
            <a:r>
              <a:rPr lang="pl-PL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) + </a:t>
            </a:r>
            <a:r>
              <a:rPr lang="pl-PL" sz="32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r>
              <a:rPr lang="pl-PL" sz="3200" b="0" i="0" u="none" strike="noStrike" baseline="0" dirty="0">
                <a:solidFill>
                  <a:srgbClr val="118DC5"/>
                </a:solidFill>
                <a:latin typeface="MuseoSans-700"/>
              </a:rPr>
              <a:t>w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useoSans-300"/>
              </a:rPr>
              <a:t>||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9338E-0AAF-4A3F-BADE-78F959752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28" y="2071453"/>
            <a:ext cx="6125430" cy="4143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85F97-2FD7-406B-8C49-C21EF78ADD83}"/>
              </a:ext>
            </a:extLst>
          </p:cNvPr>
          <p:cNvSpPr txBox="1"/>
          <p:nvPr/>
        </p:nvSpPr>
        <p:spPr>
          <a:xfrm>
            <a:off x="3697705" y="55622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0A284-4FB6-4D31-A769-63E76840DE68}"/>
              </a:ext>
            </a:extLst>
          </p:cNvPr>
          <p:cNvSpPr txBox="1"/>
          <p:nvPr/>
        </p:nvSpPr>
        <p:spPr>
          <a:xfrm>
            <a:off x="534387" y="2136338"/>
            <a:ext cx="39897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Lasso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method overcomes the disadvantage of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Ridge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regression by not only punishing high values of the coefficients β but actually setting them to zero if they are not relevant. Therefore, you might end up with fewer features included in the model than you started with, which is a huge advantage.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085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68E4-FE98-4CA3-B8B5-A9A94155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2" y="465087"/>
            <a:ext cx="10058400" cy="1371600"/>
          </a:xfrm>
        </p:spPr>
        <p:txBody>
          <a:bodyPr>
            <a:normAutofit/>
          </a:bodyPr>
          <a:lstStyle/>
          <a:p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Bias-variance </a:t>
            </a:r>
            <a:r>
              <a:rPr lang="en-IN" sz="32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tradeoff</a:t>
            </a:r>
            <a:endParaRPr lang="en-IN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58B98-CE4F-4B1D-87D7-701C8923CB35}"/>
              </a:ext>
            </a:extLst>
          </p:cNvPr>
          <p:cNvSpPr txBox="1"/>
          <p:nvPr/>
        </p:nvSpPr>
        <p:spPr>
          <a:xfrm>
            <a:off x="770022" y="1898769"/>
            <a:ext cx="6096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u="none" strike="noStrike" baseline="0" dirty="0">
                <a:solidFill>
                  <a:srgbClr val="2B2728"/>
                </a:solidFill>
                <a:latin typeface="MuseoSans-500"/>
              </a:rPr>
              <a:t>Large </a:t>
            </a:r>
            <a:r>
              <a:rPr lang="el-GR" sz="20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l-GR" sz="2000" b="0" i="0" u="none" strike="noStrike" baseline="0" dirty="0">
                <a:solidFill>
                  <a:srgbClr val="000000"/>
                </a:solidFill>
                <a:latin typeface="MuseoSans-300"/>
              </a:rPr>
              <a:t>:</a:t>
            </a:r>
          </a:p>
          <a:p>
            <a:pPr algn="l"/>
            <a:r>
              <a:rPr lang="en-IN" sz="2000" b="0" i="0" u="none" strike="noStrike" baseline="0" dirty="0">
                <a:solidFill>
                  <a:srgbClr val="118DC5"/>
                </a:solidFill>
                <a:latin typeface="MuseoSans-300"/>
              </a:rPr>
              <a:t>high bias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MuseoSans-300"/>
              </a:rPr>
              <a:t>, </a:t>
            </a:r>
            <a:r>
              <a:rPr lang="en-IN" sz="2000" b="0" i="0" u="none" strike="noStrike" baseline="0" dirty="0">
                <a:solidFill>
                  <a:srgbClr val="86BE05"/>
                </a:solidFill>
                <a:latin typeface="MuseoSans-300"/>
              </a:rPr>
              <a:t>low variance</a:t>
            </a:r>
          </a:p>
          <a:p>
            <a:pPr algn="l"/>
            <a:r>
              <a:rPr lang="en-IN" sz="1800" b="0" i="0" u="none" strike="noStrike" baseline="0" dirty="0">
                <a:solidFill>
                  <a:srgbClr val="2B2728"/>
                </a:solidFill>
                <a:latin typeface="MuseoSans-300"/>
              </a:rPr>
              <a:t>(e.g., </a:t>
            </a:r>
            <a:r>
              <a:rPr lang="en-IN" sz="1800" b="0" i="0" u="none" strike="noStrike" baseline="0" dirty="0">
                <a:solidFill>
                  <a:srgbClr val="118DC5"/>
                </a:solidFill>
                <a:latin typeface="MuseoSans-700"/>
              </a:rPr>
              <a:t>ŵ </a:t>
            </a:r>
            <a:r>
              <a:rPr lang="en-IN" sz="1800" b="0" i="0" u="none" strike="noStrike" baseline="0" dirty="0">
                <a:solidFill>
                  <a:srgbClr val="2B2728"/>
                </a:solidFill>
                <a:latin typeface="MuseoSans-300"/>
              </a:rPr>
              <a:t>=0 for </a:t>
            </a:r>
            <a:r>
              <a:rPr lang="el-GR" sz="18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MuseoSans-300"/>
              </a:rPr>
              <a:t>=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∞</a:t>
            </a:r>
            <a:r>
              <a:rPr lang="el-GR" sz="1800" b="0" i="0" u="none" strike="noStrike" baseline="0" dirty="0">
                <a:solidFill>
                  <a:srgbClr val="000000"/>
                </a:solidFill>
                <a:latin typeface="MuseoSans-300"/>
              </a:rPr>
              <a:t>)</a:t>
            </a:r>
            <a:endParaRPr lang="en-IN" sz="18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algn="l"/>
            <a:endParaRPr lang="en-IN" dirty="0">
              <a:solidFill>
                <a:srgbClr val="000000"/>
              </a:solidFill>
              <a:latin typeface="MuseoSans-300"/>
            </a:endParaRPr>
          </a:p>
          <a:p>
            <a:pPr algn="l"/>
            <a:endParaRPr lang="el-GR" sz="1800" b="0" i="0" u="none" strike="noStrike" baseline="0" dirty="0">
              <a:solidFill>
                <a:srgbClr val="000000"/>
              </a:solidFill>
              <a:latin typeface="MuseoSans-300"/>
            </a:endParaRPr>
          </a:p>
          <a:p>
            <a:pPr algn="l"/>
            <a:r>
              <a:rPr lang="en-IN" sz="2000" b="0" i="0" u="none" strike="noStrike" baseline="0" dirty="0">
                <a:solidFill>
                  <a:srgbClr val="2B2728"/>
                </a:solidFill>
                <a:latin typeface="MuseoSans-500"/>
              </a:rPr>
              <a:t>Small </a:t>
            </a:r>
            <a:r>
              <a:rPr lang="el-GR" sz="20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l-GR" sz="2000" b="0" i="0" u="none" strike="noStrike" baseline="0" dirty="0">
                <a:solidFill>
                  <a:srgbClr val="000000"/>
                </a:solidFill>
                <a:latin typeface="MuseoSans-300"/>
              </a:rPr>
              <a:t>:</a:t>
            </a:r>
          </a:p>
          <a:p>
            <a:pPr algn="l"/>
            <a:r>
              <a:rPr lang="en-IN" sz="2000" b="0" i="0" u="none" strike="noStrike" baseline="0" dirty="0">
                <a:solidFill>
                  <a:srgbClr val="118DC5"/>
                </a:solidFill>
                <a:latin typeface="MuseoSans-300"/>
              </a:rPr>
              <a:t>low bias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MuseoSans-300"/>
              </a:rPr>
              <a:t>, </a:t>
            </a:r>
            <a:r>
              <a:rPr lang="en-IN" sz="2000" b="0" i="0" u="none" strike="noStrike" baseline="0" dirty="0">
                <a:solidFill>
                  <a:srgbClr val="86BE05"/>
                </a:solidFill>
                <a:latin typeface="MuseoSans-300"/>
              </a:rPr>
              <a:t>high variance</a:t>
            </a:r>
          </a:p>
          <a:p>
            <a:pPr algn="l"/>
            <a:r>
              <a:rPr lang="en-US" sz="1800" b="0" i="0" u="none" strike="noStrike" baseline="0" dirty="0">
                <a:solidFill>
                  <a:srgbClr val="2B2728"/>
                </a:solidFill>
                <a:latin typeface="MuseoSans-300"/>
              </a:rPr>
              <a:t>(e.g., standard least squares (RSS) fit of</a:t>
            </a:r>
          </a:p>
          <a:p>
            <a:pPr algn="l"/>
            <a:r>
              <a:rPr lang="en-US" sz="1800" b="0" i="0" u="none" strike="noStrike" baseline="0" dirty="0">
                <a:solidFill>
                  <a:srgbClr val="2B2728"/>
                </a:solidFill>
                <a:latin typeface="MuseoSans-300"/>
              </a:rPr>
              <a:t>high-order polynomial for </a:t>
            </a:r>
            <a:r>
              <a:rPr lang="en-US" sz="18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MuseoSans-300"/>
              </a:rPr>
              <a:t>=0)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C3F1E2-DBF0-4E0D-AEAF-FF2D5188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475" y="1616082"/>
            <a:ext cx="5486400" cy="34386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427EC3-598C-4345-A859-94DF81D2BECD}"/>
              </a:ext>
            </a:extLst>
          </p:cNvPr>
          <p:cNvSpPr txBox="1"/>
          <p:nvPr/>
        </p:nvSpPr>
        <p:spPr>
          <a:xfrm>
            <a:off x="6388301" y="1119146"/>
            <a:ext cx="3991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MSE = Bias + Variance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1186D0-F220-4195-9D9C-360F0A03E76E}"/>
              </a:ext>
            </a:extLst>
          </p:cNvPr>
          <p:cNvSpPr txBox="1"/>
          <p:nvPr/>
        </p:nvSpPr>
        <p:spPr>
          <a:xfrm>
            <a:off x="8085222" y="9982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45EA8-0E2C-4421-AAA3-36065FB7EF3D}"/>
              </a:ext>
            </a:extLst>
          </p:cNvPr>
          <p:cNvSpPr txBox="1"/>
          <p:nvPr/>
        </p:nvSpPr>
        <p:spPr>
          <a:xfrm>
            <a:off x="4143277" y="5867145"/>
            <a:ext cx="788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Variance is the error from sensitivity to small fluctuations in training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80CDF-58D7-46BC-97C8-331493000AA0}"/>
              </a:ext>
            </a:extLst>
          </p:cNvPr>
          <p:cNvSpPr txBox="1"/>
          <p:nvPr/>
        </p:nvSpPr>
        <p:spPr>
          <a:xfrm>
            <a:off x="4316241" y="5419607"/>
            <a:ext cx="7225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Bias is the difference between the true value and our fitted line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8D0D310-9A40-4AFF-A540-FCAE8CEE0F77}"/>
              </a:ext>
            </a:extLst>
          </p:cNvPr>
          <p:cNvSpPr/>
          <p:nvPr/>
        </p:nvSpPr>
        <p:spPr>
          <a:xfrm>
            <a:off x="3698620" y="5468918"/>
            <a:ext cx="617621" cy="31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1CAF68A-158D-4CB8-AD35-6AFCFC15BF9B}"/>
              </a:ext>
            </a:extLst>
          </p:cNvPr>
          <p:cNvSpPr/>
          <p:nvPr/>
        </p:nvSpPr>
        <p:spPr>
          <a:xfrm>
            <a:off x="3509211" y="5895440"/>
            <a:ext cx="617621" cy="312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05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A13B-7429-477D-9B9B-D58142D3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How to choose </a:t>
            </a:r>
            <a:r>
              <a:rPr lang="el-GR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LucidaGrande"/>
              </a:rPr>
              <a:t>λ</a:t>
            </a:r>
            <a:endParaRPr lang="en-IN" sz="7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2E280-A346-42FA-B72F-52B02716B26A}"/>
              </a:ext>
            </a:extLst>
          </p:cNvPr>
          <p:cNvSpPr txBox="1"/>
          <p:nvPr/>
        </p:nvSpPr>
        <p:spPr>
          <a:xfrm>
            <a:off x="1363580" y="23208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MuseoSans-500"/>
              </a:rPr>
              <a:t>If sufficient amount of data…</a:t>
            </a:r>
            <a:endParaRPr lang="en-IN" dirty="0"/>
          </a:p>
        </p:txBody>
      </p:sp>
      <p:pic>
        <p:nvPicPr>
          <p:cNvPr id="1026" name="Picture 2" descr="About Train, Validation and Test Sets in Machine Learning | by Tarang Shah  | Towards Data Science">
            <a:extLst>
              <a:ext uri="{FF2B5EF4-FFF2-40B4-BE49-F238E27FC236}">
                <a16:creationId xmlns:a16="http://schemas.microsoft.com/office/drawing/2014/main" id="{A3F3CE4B-E4A9-47F0-BA38-07F11A21A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4" y="2788569"/>
            <a:ext cx="73914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0C3928-D878-41C4-BA65-0131B9D92191}"/>
              </a:ext>
            </a:extLst>
          </p:cNvPr>
          <p:cNvSpPr txBox="1"/>
          <p:nvPr/>
        </p:nvSpPr>
        <p:spPr>
          <a:xfrm>
            <a:off x="2911642" y="45506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fit </a:t>
            </a:r>
            <a:r>
              <a:rPr lang="en-IN" sz="1800" b="0" i="0" u="none" strike="noStrike" baseline="0" dirty="0">
                <a:solidFill>
                  <a:srgbClr val="118DC5"/>
                </a:solidFill>
                <a:latin typeface="MuseoSans-700"/>
              </a:rPr>
              <a:t>ŵ</a:t>
            </a:r>
            <a:r>
              <a:rPr lang="el-GR" sz="14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3E2CA-C999-4256-906F-0F6A67F6C024}"/>
              </a:ext>
            </a:extLst>
          </p:cNvPr>
          <p:cNvSpPr txBox="1"/>
          <p:nvPr/>
        </p:nvSpPr>
        <p:spPr>
          <a:xfrm>
            <a:off x="5586664" y="45206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test performance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MuseoSans-300"/>
              </a:rPr>
              <a:t>of </a:t>
            </a:r>
            <a:r>
              <a:rPr lang="en-US" sz="1800" b="0" i="0" u="none" strike="noStrike" baseline="0" dirty="0" err="1">
                <a:solidFill>
                  <a:srgbClr val="118DC5"/>
                </a:solidFill>
                <a:latin typeface="MuseoSans-700"/>
              </a:rPr>
              <a:t>ŵ</a:t>
            </a:r>
            <a:r>
              <a:rPr lang="en-US" sz="1400" b="0" i="0" u="none" strike="noStrike" baseline="0" dirty="0" err="1">
                <a:solidFill>
                  <a:srgbClr val="118DC5"/>
                </a:solidFill>
                <a:latin typeface="LucidaGrande"/>
              </a:rPr>
              <a:t>λ</a:t>
            </a:r>
            <a:r>
              <a:rPr lang="en-US" sz="1400" b="0" i="0" u="none" strike="noStrike" baseline="0" dirty="0">
                <a:solidFill>
                  <a:srgbClr val="118DC5"/>
                </a:solidFill>
                <a:latin typeface="LucidaGrande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MuseoSans-300"/>
              </a:rPr>
              <a:t>to select </a:t>
            </a:r>
            <a:r>
              <a:rPr lang="en-US" sz="1800" b="0" i="0" u="none" strike="noStrike" baseline="0" dirty="0">
                <a:solidFill>
                  <a:srgbClr val="118DC5"/>
                </a:solidFill>
                <a:latin typeface="LucidaGrande"/>
              </a:rPr>
              <a:t>λ</a:t>
            </a:r>
            <a:r>
              <a:rPr lang="en-US" sz="1400" b="0" i="0" u="none" strike="noStrike" baseline="0" dirty="0">
                <a:solidFill>
                  <a:srgbClr val="118DC5"/>
                </a:solidFill>
                <a:latin typeface="LucidaGrande"/>
              </a:rPr>
              <a:t>*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25E0E-B3B9-4384-87FD-2C9465198E3E}"/>
              </a:ext>
            </a:extLst>
          </p:cNvPr>
          <p:cNvSpPr txBox="1"/>
          <p:nvPr/>
        </p:nvSpPr>
        <p:spPr>
          <a:xfrm>
            <a:off x="8634664" y="38650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assess</a:t>
            </a:r>
          </a:p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generalization</a:t>
            </a:r>
          </a:p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  <a:latin typeface="MuseoSans-300"/>
              </a:rPr>
              <a:t>error of </a:t>
            </a:r>
            <a:r>
              <a:rPr lang="en-IN" sz="1800" b="0" i="0" u="none" strike="noStrike" baseline="0" dirty="0">
                <a:solidFill>
                  <a:srgbClr val="118DC5"/>
                </a:solidFill>
                <a:latin typeface="MuseoSans-700"/>
              </a:rPr>
              <a:t>ŵ</a:t>
            </a:r>
            <a:r>
              <a:rPr lang="el-GR" sz="1400" b="0" i="0" u="none" strike="noStrike" baseline="0" dirty="0">
                <a:solidFill>
                  <a:srgbClr val="118DC5"/>
                </a:solidFill>
                <a:latin typeface="LucidaGrande"/>
              </a:rPr>
              <a:t>λ*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1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259E1F-FA7A-47DA-AC5A-13BDC808AF93}"/>
              </a:ext>
            </a:extLst>
          </p:cNvPr>
          <p:cNvSpPr txBox="1"/>
          <p:nvPr/>
        </p:nvSpPr>
        <p:spPr>
          <a:xfrm>
            <a:off x="890336" y="8701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Nearest </a:t>
            </a:r>
            <a:r>
              <a:rPr lang="en-IN" sz="3200" b="0" i="0" u="none" strike="noStrike" baseline="0" dirty="0" err="1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neighbor</a:t>
            </a:r>
            <a:r>
              <a:rPr lang="en-IN" sz="3200" b="0" i="0" u="none" strike="noStrike" baseline="0" dirty="0">
                <a:solidFill>
                  <a:schemeClr val="accent2">
                    <a:lumMod val="75000"/>
                  </a:schemeClr>
                </a:solidFill>
                <a:latin typeface="MuseoSans-500"/>
              </a:rPr>
              <a:t> regression</a:t>
            </a:r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8758D-70FE-42A6-B92B-997FCEA4074D}"/>
              </a:ext>
            </a:extLst>
          </p:cNvPr>
          <p:cNvSpPr txBox="1"/>
          <p:nvPr/>
        </p:nvSpPr>
        <p:spPr>
          <a:xfrm>
            <a:off x="521369" y="2504369"/>
            <a:ext cx="4636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The NN algorithm is a robust and versatile classifier that is often used as a benchmark for more complex classifiers such as Artificial Neural Networks (ANN) and Support Vector Machines (SVM)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05A984-6D83-49CA-B693-019063E0E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84" y="2209800"/>
            <a:ext cx="6325483" cy="35437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745D1B-0E34-45B9-BF9B-3D95BF44F6AF}"/>
              </a:ext>
            </a:extLst>
          </p:cNvPr>
          <p:cNvSpPr txBox="1"/>
          <p:nvPr/>
        </p:nvSpPr>
        <p:spPr>
          <a:xfrm>
            <a:off x="1275347" y="5385955"/>
            <a:ext cx="656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solidFill>
                  <a:srgbClr val="2B2728"/>
                </a:solidFill>
                <a:latin typeface="MuseoSans-300"/>
              </a:rPr>
              <a:t>distance(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j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,x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q</a:t>
            </a:r>
            <a:r>
              <a:rPr lang="en-IN" sz="2400" b="0" i="0" u="none" strike="noStrike" baseline="0" dirty="0">
                <a:solidFill>
                  <a:srgbClr val="2B2728"/>
                </a:solidFill>
                <a:latin typeface="MuseoSans-300"/>
              </a:rPr>
              <a:t>) = |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j</a:t>
            </a:r>
            <a:r>
              <a:rPr lang="en-IN" sz="2400" b="0" i="0" u="none" strike="noStrike" baseline="0" dirty="0" err="1">
                <a:solidFill>
                  <a:srgbClr val="2B2728"/>
                </a:solidFill>
                <a:latin typeface="MuseoSans-300"/>
              </a:rPr>
              <a:t>-x</a:t>
            </a:r>
            <a:r>
              <a:rPr lang="en-IN" b="0" i="0" u="none" strike="noStrike" baseline="0" dirty="0" err="1">
                <a:solidFill>
                  <a:srgbClr val="2B2728"/>
                </a:solidFill>
                <a:latin typeface="MuseoSans-300"/>
              </a:rPr>
              <a:t>q</a:t>
            </a:r>
            <a:r>
              <a:rPr lang="en-IN" sz="2400" b="0" i="0" u="none" strike="noStrike" baseline="0" dirty="0">
                <a:solidFill>
                  <a:srgbClr val="2B2728"/>
                </a:solidFill>
                <a:latin typeface="MuseoSans-300"/>
              </a:rPr>
              <a:t>|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3E41B-56D6-4EFA-804F-860370125609}"/>
              </a:ext>
            </a:extLst>
          </p:cNvPr>
          <p:cNvSpPr txBox="1"/>
          <p:nvPr/>
        </p:nvSpPr>
        <p:spPr>
          <a:xfrm>
            <a:off x="208547" y="50166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2B2728"/>
                </a:solidFill>
                <a:latin typeface="MuseoSans-300"/>
              </a:rPr>
              <a:t>In 1D, just Euclidean distance: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450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04F5BC3-B7F3-44CB-AC3F-C7ABEFB46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094" y="1927414"/>
            <a:ext cx="4809958" cy="321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52EBFD-3782-4D42-8257-6EBB19265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2" y="1986902"/>
            <a:ext cx="5781993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K-nearest neighbor algorithm essentially boils down to forming a majority vote between the K most similar instances to a given “unseen” observation. Similarity is defined according to a distance metric between two data points. A popular choice is the Euclidean distance given by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athJax_Math-itali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MathJax_Math-italic"/>
            </a:endParaRPr>
          </a:p>
          <a:p>
            <a:pPr lvl="0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athJax_Math-italic"/>
            </a:endParaRPr>
          </a:p>
          <a:p>
            <a:pPr lvl="0"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th-italic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athJax_Math-italic"/>
              </a:rPr>
              <a:t>x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athJax_Math-italic"/>
              </a:rPr>
              <a:t>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′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athJax_Main"/>
              </a:rPr>
              <a:t>)=      </a:t>
            </a:r>
            <a:r>
              <a:rPr lang="en-IN" altLang="en-US" dirty="0"/>
              <a:t>  </a:t>
            </a:r>
            <a:r>
              <a:rPr lang="en-IN" dirty="0"/>
              <a:t>−−−−−−−−−−−−−−−−−−−−−−−</a:t>
            </a:r>
          </a:p>
          <a:p>
            <a:pPr lvl="0" defTabSz="914400"/>
            <a:r>
              <a:rPr lang="en-IN" dirty="0"/>
              <a:t>                √    </a:t>
            </a:r>
            <a:r>
              <a:rPr lang="pt-BR" dirty="0"/>
              <a:t>(x1−x′1)2+…+(xn−x′n)2</a:t>
            </a:r>
            <a:br>
              <a:rPr lang="pt-BR" sz="2000" dirty="0"/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athJax_Mai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A14F0-FA1C-4F4E-A28B-558569886B08}"/>
              </a:ext>
            </a:extLst>
          </p:cNvPr>
          <p:cNvSpPr txBox="1"/>
          <p:nvPr/>
        </p:nvSpPr>
        <p:spPr>
          <a:xfrm>
            <a:off x="753980" y="87000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K-nearest neighbor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50795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3D60-CC44-428A-93F7-3010F18C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 err="1">
                <a:solidFill>
                  <a:schemeClr val="accent2">
                    <a:lumMod val="75000"/>
                  </a:schemeClr>
                </a:solidFill>
              </a:rPr>
              <a:t>Biblography</a:t>
            </a:r>
            <a:endParaRPr lang="en-IN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2B31-3780-4F64-A90A-4B56E7F9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632" y="2560320"/>
            <a:ext cx="10058400" cy="3931920"/>
          </a:xfrm>
        </p:spPr>
        <p:txBody>
          <a:bodyPr/>
          <a:lstStyle/>
          <a:p>
            <a:r>
              <a:rPr lang="en-IN" dirty="0"/>
              <a:t>Coursera:  ML Specialization – Regression course</a:t>
            </a:r>
          </a:p>
          <a:p>
            <a:r>
              <a:rPr lang="en-IN" dirty="0"/>
              <a:t>Wikipedia</a:t>
            </a:r>
          </a:p>
          <a:p>
            <a:r>
              <a:rPr lang="en-IN" dirty="0"/>
              <a:t>Google images</a:t>
            </a:r>
          </a:p>
        </p:txBody>
      </p:sp>
      <p:pic>
        <p:nvPicPr>
          <p:cNvPr id="4098" name="Picture 2" descr="Digital Skills Partnership offers 10,000 people in the South East a chance  to obtain new skills for free with Coursera - The South East Local  Enterprise Partnership">
            <a:extLst>
              <a:ext uri="{FF2B5EF4-FFF2-40B4-BE49-F238E27FC236}">
                <a16:creationId xmlns:a16="http://schemas.microsoft.com/office/drawing/2014/main" id="{E69C01AC-E97B-4E02-80A4-D31CB12BF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832" y="1806073"/>
            <a:ext cx="2993858" cy="199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Yes, Google has a new logo – but why?">
            <a:extLst>
              <a:ext uri="{FF2B5EF4-FFF2-40B4-BE49-F238E27FC236}">
                <a16:creationId xmlns:a16="http://schemas.microsoft.com/office/drawing/2014/main" id="{259F36ED-8012-4E43-AD21-EF5F6219F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454" y="4011767"/>
            <a:ext cx="1995905" cy="199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ont Wikipedia logo | Logos, Wikipedia, Tech company logos">
            <a:extLst>
              <a:ext uri="{FF2B5EF4-FFF2-40B4-BE49-F238E27FC236}">
                <a16:creationId xmlns:a16="http://schemas.microsoft.com/office/drawing/2014/main" id="{CF6471B7-138C-4FE0-B2ED-A530AA473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832" y="4219498"/>
            <a:ext cx="4099673" cy="158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458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37BD-AAA1-46AF-923C-A4097725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558" y="2583689"/>
            <a:ext cx="10058400" cy="13716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25961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482</TotalTime>
  <Words>791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5" baseType="lpstr">
      <vt:lpstr>-apple-system</vt:lpstr>
      <vt:lpstr>Arial</vt:lpstr>
      <vt:lpstr>Arial</vt:lpstr>
      <vt:lpstr>Calibri</vt:lpstr>
      <vt:lpstr>Century Gothic</vt:lpstr>
      <vt:lpstr>Garamond</vt:lpstr>
      <vt:lpstr>Helvetica</vt:lpstr>
      <vt:lpstr>LucidaGrande</vt:lpstr>
      <vt:lpstr>MathJax_Main</vt:lpstr>
      <vt:lpstr>MathJax_Math-italic</vt:lpstr>
      <vt:lpstr>MuseoSans-300</vt:lpstr>
      <vt:lpstr>MuseoSans-300Italic</vt:lpstr>
      <vt:lpstr>MuseoSans-500</vt:lpstr>
      <vt:lpstr>MuseoSans-500Italic</vt:lpstr>
      <vt:lpstr>MuseoSans-700</vt:lpstr>
      <vt:lpstr>Times New Roman</vt:lpstr>
      <vt:lpstr>urw-din</vt:lpstr>
      <vt:lpstr>Savon</vt:lpstr>
      <vt:lpstr>  MACHINE LEARNING -REGRESSION</vt:lpstr>
      <vt:lpstr>PowerPoint Presentation</vt:lpstr>
      <vt:lpstr>PowerPoint Presentation</vt:lpstr>
      <vt:lpstr>Simple Linear Regression</vt:lpstr>
      <vt:lpstr>  Residual Sum of Squares</vt:lpstr>
      <vt:lpstr>PowerPoint Presentation</vt:lpstr>
      <vt:lpstr> </vt:lpstr>
      <vt:lpstr>Gradient descent</vt:lpstr>
      <vt:lpstr>Ridge regression (a.k.a L2 regularization)</vt:lpstr>
      <vt:lpstr>PowerPoint Presentation</vt:lpstr>
      <vt:lpstr>Lasso regression: L1 regularized regression</vt:lpstr>
      <vt:lpstr>Bias-variance tradeoff</vt:lpstr>
      <vt:lpstr>How to choose λ</vt:lpstr>
      <vt:lpstr>PowerPoint Presentation</vt:lpstr>
      <vt:lpstr>PowerPoint Presentation</vt:lpstr>
      <vt:lpstr>Biblography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MACHINE LEARNING -REGRESSION</dc:title>
  <dc:creator>mayank chaudhary</dc:creator>
  <cp:lastModifiedBy>mayank chaudhary</cp:lastModifiedBy>
  <cp:revision>20</cp:revision>
  <dcterms:created xsi:type="dcterms:W3CDTF">2020-11-08T08:06:54Z</dcterms:created>
  <dcterms:modified xsi:type="dcterms:W3CDTF">2020-11-09T09:29:32Z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472828</vt:lpwstr>
  </property>
  <property fmtid="{D5CDD505-2E9C-101B-9397-08002B2CF9AE}" name="NXPowerLiteSettings" pid="3">
    <vt:lpwstr>C7000400038000</vt:lpwstr>
  </property>
  <property fmtid="{D5CDD505-2E9C-101B-9397-08002B2CF9AE}" name="NXPowerLiteVersion" pid="4">
    <vt:lpwstr>S9.0.3</vt:lpwstr>
  </property>
</Properties>
</file>